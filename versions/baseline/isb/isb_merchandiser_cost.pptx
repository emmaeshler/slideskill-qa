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4.xml"/><Relationship Id="rId1" Type="http://schemas.openxmlformats.org/officeDocument/2006/relationships/image" Target="../media/s1-image-1-1.png"/><Relationship Id="rId2" Type="http://schemas.openxmlformats.org/officeDocument/2006/relationships/image" Target="../media/s1-image-1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Merchandiser vs. ISB Cost Comparison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Investment and servicing economics for ice equipment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Reddy Ice — Cost Structure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533449"/>
            <a:ext cx="5650992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EQUIPMENT COST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50469" y="1832458"/>
            <a:ext cx="5299862" cy="1993392"/>
          </a:xfrm>
          <a:prstGeom prst="rect">
            <a:avLst/>
          </a:prstGeom>
          <a:solidFill>
            <a:srgbClr val="E6ECF0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0469" y="1832458"/>
            <a:ext cx="529986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Text 5"/>
          <p:cNvSpPr/>
          <p:nvPr/>
        </p:nvSpPr>
        <p:spPr>
          <a:xfrm>
            <a:off x="696773" y="1942186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Merchandiser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98" y="2463394"/>
            <a:ext cx="153619" cy="1536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2507" y="2424989"/>
            <a:ext cx="4146438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Initial investment: Higher upfront cost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Footprint: Larger floor space required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Capacity: Higher volume per unit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Maintenance: More complex servicing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11189" y="1832458"/>
            <a:ext cx="5299862" cy="1993392"/>
          </a:xfrm>
          <a:prstGeom prst="rect">
            <a:avLst/>
          </a:prstGeom>
          <a:solidFill>
            <a:srgbClr val="FCF0E7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11189" y="1832458"/>
            <a:ext cx="5299862" cy="7315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2" name="Text 9"/>
          <p:cNvSpPr/>
          <p:nvPr/>
        </p:nvSpPr>
        <p:spPr>
          <a:xfrm>
            <a:off x="6457493" y="1942186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ISB (In-Store Bin)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118" y="2463394"/>
            <a:ext cx="153619" cy="1536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13227" y="2424989"/>
            <a:ext cx="4146438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Initial investment: Lower upfront cost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Footprint: Smaller, flexible placement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Capacity: Lower volume per unit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Maintenance: Simpler servicing model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5333" y="4025189"/>
            <a:ext cx="5650992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KEY CONSIDERATIONS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0469" y="4324198"/>
            <a:ext cx="3456432" cy="1495044"/>
          </a:xfrm>
          <a:prstGeom prst="roundRect">
            <a:avLst>
              <a:gd name="adj" fmla="val 611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1909" y="4324198"/>
            <a:ext cx="3273552" cy="1495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Pricing Strategy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Equipment costs should factor into customer pricing models and ROI calculations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352544" y="4324198"/>
            <a:ext cx="3456432" cy="1495044"/>
          </a:xfrm>
          <a:prstGeom prst="roundRect">
            <a:avLst>
              <a:gd name="adj" fmla="val 611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443984" y="4324198"/>
            <a:ext cx="3273552" cy="1495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Servicing Model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Both types require regular maintenance; frequency and cost differ significantly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54619" y="4324198"/>
            <a:ext cx="3456432" cy="1495044"/>
          </a:xfrm>
          <a:prstGeom prst="roundRect">
            <a:avLst>
              <a:gd name="adj" fmla="val 6116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246059" y="4324198"/>
            <a:ext cx="3273552" cy="1495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Deployment Mix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Optimal ratio of merchandisers to ISBs depends on location type and volume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