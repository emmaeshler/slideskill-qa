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heme/theme2.xml" ContentType="application/vnd.openxmlformats-officedocument.theme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tags/tag48.xml" ContentType="application/vnd.openxmlformats-officedocument.presentationml.tags+xml"/>
  <Override PartName="/ppt/changesInfos/changesInfo1.xml" ContentType="application/vnd.ms-powerpoint.changes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3"/>
  </p:notesMasterIdLst>
  <p:sldIdLst>
    <p:sldId id="256" r:id="rId21"/>
  </p:sldIdLst>
  <p:sldSz cx="12192000" cy="6858000"/>
  <p:notesSz cx="7023100" cy="9309100"/>
  <p:custDataLst>
    <p:tags r:id="rId14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236D3FB1-8E89-4214-818A-CEBE34AC73F2}">
          <p14:sldIdLst>
            <p14:sldId id="2147483646"/>
            <p14:sldId id="262"/>
            <p14:sldId id="258"/>
            <p14:sldId id="259"/>
            <p14:sldId id="260"/>
          </p14:sldIdLst>
        </p14:section>
        <p14:section name="Appendix" id="{25CF4AA7-ECA5-463E-B916-2915A0507AFB}">
          <p14:sldIdLst>
            <p14:sldId id="265"/>
            <p14:sldId id="266"/>
          </p14:sldIdLst>
        </p14:section>
        <p14:section name="Archive" id="{FEF9408E-363A-4CC9-AB28-F9BECE50C840}">
          <p14:sldIdLst>
            <p14:sldId id="261"/>
            <p14:sldId id="256"/>
            <p14:sldId id="257"/>
            <p14:sldId id="2147483647"/>
          </p14:sldIdLst>
        </p14:section>
      </p14:section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8C44832C-07F8-2364-A60F-D2BF29AA4264}" name="Will Hayes" initials="WH" userId="S::whayes@insight2profit.com::770410c4-e4a3-45b5-a274-7b0ba79425ca" providerId="AD"/>
  <p188:author id="{F157BD68-C772-5A2C-3123-01BA99407769}" name="Jonathan Durkee" initials="JD" userId="S::jdurkee@insight2profit.com::f26f9e2e-4fba-4199-97b3-e984d5a29453" providerId="AD"/>
  <p188:author id="{3513F19A-A0F9-4F7A-4F39-11446AB8F4B5}" name="Danielle Cisler" initials="DC" userId="S::dcisler@insight2profit.com::1a59b036-64f6-46ba-abcb-46508f5a800b" providerId="AD"/>
  <p188:author id="{216812D2-4339-BB27-9A8B-27B438708992}" name="Sierra Brooks" initials="SB" userId="S::sbrooks@insight2profit.com::178cb0aa-ff91-4341-b644-b674bc7b6cb4" providerId="AD"/>
  <p188:author id="{B377FFE9-82C2-32B5-4190-AA75791AEE90}" name="Jenna Mustar" initials="JM" userId="S::jmustar@insight2profit.com::23a1059a-620e-4a25-b3b6-4187a9799b63" providerId="AD"/>
  <p188:author id="{775F04EA-1D5C-B26B-EFA3-D5B15E0E804C}" name="Christopher Cole" initials="CC" userId="S::ccole@insight2profit.com::2fbc9c5e-13b4-42d7-8114-e419fcd451c5" providerId="AD"/>
  <p188:author id="{93F389EA-2D2A-7989-91BE-0D1B37BC3943}" name="Jay Yellen" initials="JY" userId="S::jyellen@insight2profit.com::abcb4192-3d0e-4558-82a8-b8e9cfae0087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B355E"/>
    <a:srgbClr val="FEFEFC"/>
    <a:srgbClr val="FCFCFC"/>
    <a:srgbClr val="00466E"/>
    <a:srgbClr val="1A6B83"/>
    <a:srgbClr val="FCE1CD"/>
    <a:srgbClr val="FEF1E8"/>
    <a:srgbClr val="F4FAFE"/>
    <a:srgbClr val="FFFFFF"/>
    <a:srgbClr val="00A6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46" d="100"/>
          <a:sy n="146" d="100"/>
        </p:scale>
        <p:origin x="716" y="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17" Type="http://schemas.openxmlformats.org/officeDocument/2006/relationships/theme" Target="theme/theme1.xml"/><Relationship Id="rId16" Type="http://schemas.openxmlformats.org/officeDocument/2006/relationships/viewProps" Target="viewProps.xml"/><Relationship Id="rId20" Type="http://schemas.microsoft.com/office/2018/10/relationships/authors" Target="authors.xml"/><Relationship Id="rId1" Type="http://schemas.openxmlformats.org/officeDocument/2006/relationships/slideMaster" Target="slideMasters/slideMaster1.xml"/><Relationship Id="rId15" Type="http://schemas.openxmlformats.org/officeDocument/2006/relationships/presProps" Target="presProps.xml"/><Relationship Id="rId19" Type="http://schemas.microsoft.com/office/2016/11/relationships/changesInfo" Target="changesInfos/changesInfo1.xml"/><Relationship Id="rId14" Type="http://schemas.openxmlformats.org/officeDocument/2006/relationships/tags" Target="tags/tag1.xml"/><Relationship Id="rId21" Type="http://schemas.openxmlformats.org/officeDocument/2006/relationships/slide" Target="slides/slid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ill Hayes" userId="770410c4-e4a3-45b5-a274-7b0ba79425ca" providerId="ADAL" clId="{A7943A11-365B-40CA-A7EB-7B5350707336}"/>
    <pc:docChg chg="undo custSel addSld delSld modSld sldOrd modSection">
      <pc:chgData name="Will Hayes" userId="770410c4-e4a3-45b5-a274-7b0ba79425ca" providerId="ADAL" clId="{A7943A11-365B-40CA-A7EB-7B5350707336}" dt="2026-06-22T20:20:37.263" v="2591" actId="47"/>
      <pc:docMkLst>
        <pc:docMk/>
      </pc:docMkLst>
      <pc:sldChg chg="new del">
        <pc:chgData name="Will Hayes" userId="770410c4-e4a3-45b5-a274-7b0ba79425ca" providerId="ADAL" clId="{A7943A11-365B-40CA-A7EB-7B5350707336}" dt="2026-06-22T20:20:37.263" v="2591" actId="47"/>
        <pc:sldMkLst>
          <pc:docMk/>
          <pc:sldMk cId="1513627849" sldId="263"/>
        </pc:sldMkLst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https://priceforprofit-my.sharepoint.com/personal/whayes_insight2profit_com/Documents/Documents/Board_Deck_20251112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https://priceforprofit-my.sharepoint.com/personal/whayes_insight2profit_com/Documents/Documents/Board_Deck_20251112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none" strike="noStrike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en-US" b="1">
                <a:solidFill>
                  <a:schemeClr val="tx1"/>
                </a:solidFill>
              </a:rPr>
              <a:t>%</a:t>
            </a:r>
            <a:r>
              <a:rPr lang="en-US" b="1" baseline="0">
                <a:solidFill>
                  <a:schemeClr val="tx1"/>
                </a:solidFill>
              </a:rPr>
              <a:t> of </a:t>
            </a:r>
            <a:r>
              <a:rPr lang="en-US" b="1">
                <a:solidFill>
                  <a:schemeClr val="tx1"/>
                </a:solidFill>
              </a:rPr>
              <a:t>INSIGHTers with High-Usage in AskINSIGHT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1" i="0" u="none" strike="noStrike" kern="1200" spc="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0.11865560752865617"/>
          <c:y val="0.13272960504159304"/>
          <c:w val="0.84217061428241746"/>
          <c:h val="0.58631473206393103"/>
        </c:manualLayout>
      </c:layout>
      <c:barChart>
        <c:barDir val="col"/>
        <c:grouping val="clustered"/>
        <c:varyColors val="0"/>
        <c:ser>
          <c:idx val="0"/>
          <c:order val="0"/>
          <c:spPr>
            <a:solidFill>
              <a:srgbClr val="1B355E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rgbClr val="575F63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multiLvlStrRef>
              <c:f>Usage!$D$18:$E$28</c:f>
              <c:multiLvlStrCache>
                <c:ptCount val="11"/>
                <c:lvl>
                  <c:pt idx="0">
                    <c:v>June</c:v>
                  </c:pt>
                  <c:pt idx="1">
                    <c:v>July</c:v>
                  </c:pt>
                  <c:pt idx="2">
                    <c:v>August</c:v>
                  </c:pt>
                  <c:pt idx="3">
                    <c:v>September</c:v>
                  </c:pt>
                  <c:pt idx="4">
                    <c:v>October</c:v>
                  </c:pt>
                  <c:pt idx="5">
                    <c:v>November</c:v>
                  </c:pt>
                  <c:pt idx="6">
                    <c:v>December</c:v>
                  </c:pt>
                  <c:pt idx="7">
                    <c:v>January</c:v>
                  </c:pt>
                  <c:pt idx="8">
                    <c:v>February</c:v>
                  </c:pt>
                  <c:pt idx="9">
                    <c:v>March</c:v>
                  </c:pt>
                  <c:pt idx="10">
                    <c:v>April</c:v>
                  </c:pt>
                </c:lvl>
                <c:lvl>
                  <c:pt idx="0">
                    <c:v>2025</c:v>
                  </c:pt>
                  <c:pt idx="7">
                    <c:v>2026</c:v>
                  </c:pt>
                </c:lvl>
              </c:multiLvlStrCache>
            </c:multiLvlStrRef>
          </c:cat>
          <c:val>
            <c:numRef>
              <c:f>Usage!$F$18:$F$28</c:f>
              <c:numCache>
                <c:formatCode>0%</c:formatCode>
                <c:ptCount val="11"/>
                <c:pt idx="0">
                  <c:v>3.7383177570093455E-2</c:v>
                </c:pt>
                <c:pt idx="1">
                  <c:v>0.14485981308411214</c:v>
                </c:pt>
                <c:pt idx="2">
                  <c:v>0.14953271028037382</c:v>
                </c:pt>
                <c:pt idx="3">
                  <c:v>0.23831775700934579</c:v>
                </c:pt>
                <c:pt idx="4">
                  <c:v>0.35514018691588783</c:v>
                </c:pt>
                <c:pt idx="5">
                  <c:v>0.29439252336448596</c:v>
                </c:pt>
                <c:pt idx="6">
                  <c:v>0.29906542056074764</c:v>
                </c:pt>
                <c:pt idx="7">
                  <c:v>0.42523364485981308</c:v>
                </c:pt>
                <c:pt idx="8">
                  <c:v>0.45327102803738317</c:v>
                </c:pt>
                <c:pt idx="9">
                  <c:v>0.53738317757009346</c:v>
                </c:pt>
                <c:pt idx="10">
                  <c:v>0.49065420560747663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374-4F75-AF71-C9F3CCC57EF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4"/>
        <c:overlap val="-27"/>
        <c:axId val="1340483776"/>
        <c:axId val="1340484256"/>
      </c:barChart>
      <c:catAx>
        <c:axId val="134048377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40484256"/>
        <c:crosses val="autoZero"/>
        <c:auto val="1"/>
        <c:lblAlgn val="ctr"/>
        <c:lblOffset val="100"/>
        <c:noMultiLvlLbl val="0"/>
      </c:catAx>
      <c:valAx>
        <c:axId val="1340484256"/>
        <c:scaling>
          <c:orientation val="minMax"/>
          <c:max val="1"/>
        </c:scaling>
        <c:delete val="0"/>
        <c:axPos val="l"/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40483776"/>
        <c:crosses val="autoZero"/>
        <c:crossBetween val="between"/>
        <c:majorUnit val="0.25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none" strike="noStrike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en-US" b="1">
                <a:solidFill>
                  <a:schemeClr val="tx1"/>
                </a:solidFill>
              </a:rPr>
              <a:t>%</a:t>
            </a:r>
            <a:r>
              <a:rPr lang="en-US" b="1" baseline="0">
                <a:solidFill>
                  <a:schemeClr val="tx1"/>
                </a:solidFill>
              </a:rPr>
              <a:t> of </a:t>
            </a:r>
            <a:r>
              <a:rPr lang="en-US" b="1">
                <a:solidFill>
                  <a:schemeClr val="tx1"/>
                </a:solidFill>
              </a:rPr>
              <a:t>INSIGHTers with High-Usage in AskINSIGHT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1" i="0" u="none" strike="noStrike" kern="1200" spc="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0.11865560752865617"/>
          <c:y val="0.13272960504159304"/>
          <c:w val="0.84217061428241746"/>
          <c:h val="0.58631473206393103"/>
        </c:manualLayout>
      </c:layout>
      <c:barChart>
        <c:barDir val="col"/>
        <c:grouping val="clustered"/>
        <c:varyColors val="0"/>
        <c:ser>
          <c:idx val="0"/>
          <c:order val="0"/>
          <c:spPr>
            <a:solidFill>
              <a:srgbClr val="00446A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rgbClr val="575F63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multiLvlStrRef>
              <c:f>Usage!$D$18:$E$28</c:f>
              <c:multiLvlStrCache>
                <c:ptCount val="11"/>
                <c:lvl>
                  <c:pt idx="0">
                    <c:v>June</c:v>
                  </c:pt>
                  <c:pt idx="1">
                    <c:v>July</c:v>
                  </c:pt>
                  <c:pt idx="2">
                    <c:v>August</c:v>
                  </c:pt>
                  <c:pt idx="3">
                    <c:v>September</c:v>
                  </c:pt>
                  <c:pt idx="4">
                    <c:v>October</c:v>
                  </c:pt>
                  <c:pt idx="5">
                    <c:v>November</c:v>
                  </c:pt>
                  <c:pt idx="6">
                    <c:v>December</c:v>
                  </c:pt>
                  <c:pt idx="7">
                    <c:v>January</c:v>
                  </c:pt>
                  <c:pt idx="8">
                    <c:v>February</c:v>
                  </c:pt>
                  <c:pt idx="9">
                    <c:v>March</c:v>
                  </c:pt>
                  <c:pt idx="10">
                    <c:v>April</c:v>
                  </c:pt>
                </c:lvl>
                <c:lvl>
                  <c:pt idx="0">
                    <c:v>2025</c:v>
                  </c:pt>
                  <c:pt idx="7">
                    <c:v>2026</c:v>
                  </c:pt>
                </c:lvl>
              </c:multiLvlStrCache>
            </c:multiLvlStrRef>
          </c:cat>
          <c:val>
            <c:numRef>
              <c:f>Usage!$F$18:$F$28</c:f>
              <c:numCache>
                <c:formatCode>0%</c:formatCode>
                <c:ptCount val="11"/>
                <c:pt idx="0">
                  <c:v>3.7383177570093455E-2</c:v>
                </c:pt>
                <c:pt idx="1">
                  <c:v>0.14485981308411214</c:v>
                </c:pt>
                <c:pt idx="2">
                  <c:v>0.14953271028037382</c:v>
                </c:pt>
                <c:pt idx="3">
                  <c:v>0.23831775700934579</c:v>
                </c:pt>
                <c:pt idx="4">
                  <c:v>0.35514018691588783</c:v>
                </c:pt>
                <c:pt idx="5">
                  <c:v>0.29439252336448596</c:v>
                </c:pt>
                <c:pt idx="6">
                  <c:v>0.29906542056074764</c:v>
                </c:pt>
                <c:pt idx="7">
                  <c:v>0.42523364485981308</c:v>
                </c:pt>
                <c:pt idx="8">
                  <c:v>0.45327102803738317</c:v>
                </c:pt>
                <c:pt idx="9">
                  <c:v>0.53738317757009346</c:v>
                </c:pt>
                <c:pt idx="10">
                  <c:v>0.49065420560747663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374-4F75-AF71-C9F3CCC57EF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4"/>
        <c:overlap val="-27"/>
        <c:axId val="1340483776"/>
        <c:axId val="1340484256"/>
      </c:barChart>
      <c:catAx>
        <c:axId val="134048377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40484256"/>
        <c:crosses val="autoZero"/>
        <c:auto val="1"/>
        <c:lblAlgn val="ctr"/>
        <c:lblOffset val="100"/>
        <c:noMultiLvlLbl val="0"/>
      </c:catAx>
      <c:valAx>
        <c:axId val="1340484256"/>
        <c:scaling>
          <c:orientation val="minMax"/>
          <c:max val="1"/>
        </c:scaling>
        <c:delete val="0"/>
        <c:axPos val="l"/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40483776"/>
        <c:crosses val="autoZero"/>
        <c:crossBetween val="between"/>
        <c:majorUnit val="0.25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43343" cy="467072"/>
          </a:xfrm>
          <a:prstGeom prst="rect">
            <a:avLst/>
          </a:prstGeom>
        </p:spPr>
        <p:txBody>
          <a:bodyPr vert="horz" lIns="93324" tIns="46662" rIns="93324" bIns="46662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8132" y="0"/>
            <a:ext cx="3043343" cy="467072"/>
          </a:xfrm>
          <a:prstGeom prst="rect">
            <a:avLst/>
          </a:prstGeom>
        </p:spPr>
        <p:txBody>
          <a:bodyPr vert="horz" lIns="93324" tIns="46662" rIns="93324" bIns="46662" rtlCol="0"/>
          <a:lstStyle>
            <a:lvl1pPr algn="r">
              <a:defRPr sz="1200"/>
            </a:lvl1pPr>
          </a:lstStyle>
          <a:p>
            <a:fld id="{AA97C869-24B8-4A8F-A0A1-CA51CAEE491A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19138" y="1163638"/>
            <a:ext cx="5584825" cy="31416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324" tIns="46662" rIns="93324" bIns="46662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2310" y="4480004"/>
            <a:ext cx="5618480" cy="3665458"/>
          </a:xfrm>
          <a:prstGeom prst="rect">
            <a:avLst/>
          </a:prstGeom>
        </p:spPr>
        <p:txBody>
          <a:bodyPr vert="horz" lIns="93324" tIns="46662" rIns="93324" bIns="46662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42030"/>
            <a:ext cx="3043343" cy="467071"/>
          </a:xfrm>
          <a:prstGeom prst="rect">
            <a:avLst/>
          </a:prstGeom>
        </p:spPr>
        <p:txBody>
          <a:bodyPr vert="horz" lIns="93324" tIns="46662" rIns="93324" bIns="46662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8132" y="8842030"/>
            <a:ext cx="3043343" cy="467071"/>
          </a:xfrm>
          <a:prstGeom prst="rect">
            <a:avLst/>
          </a:prstGeom>
        </p:spPr>
        <p:txBody>
          <a:bodyPr vert="horz" lIns="93324" tIns="46662" rIns="93324" bIns="46662" rtlCol="0" anchor="b"/>
          <a:lstStyle>
            <a:lvl1pPr algn="r">
              <a:defRPr sz="1200"/>
            </a:lvl1pPr>
          </a:lstStyle>
          <a:p>
            <a:fld id="{320CB3AF-E0F4-4D9D-8BAD-FF9D54C3DC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55415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emf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emf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5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emf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6.xml"/><Relationship Id="rId4" Type="http://schemas.openxmlformats.org/officeDocument/2006/relationships/image" Target="../media/image6.emf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7.xml"/><Relationship Id="rId4" Type="http://schemas.openxmlformats.org/officeDocument/2006/relationships/image" Target="../media/image6.emf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8.xml"/><Relationship Id="rId4" Type="http://schemas.openxmlformats.org/officeDocument/2006/relationships/image" Target="../media/image3.emf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9.xml"/><Relationship Id="rId4" Type="http://schemas.openxmlformats.org/officeDocument/2006/relationships/image" Target="../media/image3.emf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0.xml"/><Relationship Id="rId4" Type="http://schemas.openxmlformats.org/officeDocument/2006/relationships/image" Target="../media/image3.emf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1.xml"/><Relationship Id="rId4" Type="http://schemas.openxmlformats.org/officeDocument/2006/relationships/image" Target="../media/image3.emf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2.xml"/><Relationship Id="rId4" Type="http://schemas.openxmlformats.org/officeDocument/2006/relationships/image" Target="../media/image3.emf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3.xml"/><Relationship Id="rId4" Type="http://schemas.openxmlformats.org/officeDocument/2006/relationships/image" Target="../media/image3.emf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4.xml"/><Relationship Id="rId4" Type="http://schemas.openxmlformats.org/officeDocument/2006/relationships/image" Target="../media/image3.emf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5.xml"/><Relationship Id="rId6" Type="http://schemas.openxmlformats.org/officeDocument/2006/relationships/image" Target="../media/image1.png"/><Relationship Id="rId5" Type="http://schemas.openxmlformats.org/officeDocument/2006/relationships/image" Target="../media/image4.png"/><Relationship Id="rId4" Type="http://schemas.openxmlformats.org/officeDocument/2006/relationships/image" Target="../media/image3.emf"/></Relationships>
</file>

<file path=ppt/slideLayouts/_rels/slideLayout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emf"/><Relationship Id="rId3" Type="http://schemas.openxmlformats.org/officeDocument/2006/relationships/tags" Target="../tags/tag18.xml"/><Relationship Id="rId7" Type="http://schemas.openxmlformats.org/officeDocument/2006/relationships/oleObject" Target="../embeddings/oleObject14.bin"/><Relationship Id="rId2" Type="http://schemas.openxmlformats.org/officeDocument/2006/relationships/tags" Target="../tags/tag17.xml"/><Relationship Id="rId1" Type="http://schemas.openxmlformats.org/officeDocument/2006/relationships/tags" Target="../tags/tag16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20.xml"/><Relationship Id="rId4" Type="http://schemas.openxmlformats.org/officeDocument/2006/relationships/tags" Target="../tags/tag19.xml"/><Relationship Id="rId9" Type="http://schemas.openxmlformats.org/officeDocument/2006/relationships/oleObject" Target="../embeddings/oleObject15.bin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6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1.xml"/><Relationship Id="rId5" Type="http://schemas.openxmlformats.org/officeDocument/2006/relationships/image" Target="../media/image1.png"/><Relationship Id="rId4" Type="http://schemas.openxmlformats.org/officeDocument/2006/relationships/image" Target="../media/image3.emf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7.bin"/><Relationship Id="rId7" Type="http://schemas.openxmlformats.org/officeDocument/2006/relationships/image" Target="../media/image7.sv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emf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8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3.xml"/><Relationship Id="rId6" Type="http://schemas.openxmlformats.org/officeDocument/2006/relationships/image" Target="../media/image7.svg"/><Relationship Id="rId5" Type="http://schemas.openxmlformats.org/officeDocument/2006/relationships/image" Target="../media/image1.png"/><Relationship Id="rId4" Type="http://schemas.openxmlformats.org/officeDocument/2006/relationships/image" Target="../media/image3.emf"/></Relationships>
</file>

<file path=ppt/slideLayouts/_rels/slideLayout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oleObject" Target="../embeddings/oleObject19.bin"/><Relationship Id="rId7" Type="http://schemas.openxmlformats.org/officeDocument/2006/relationships/image" Target="../media/image5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4.xml"/><Relationship Id="rId6" Type="http://schemas.openxmlformats.org/officeDocument/2006/relationships/image" Target="../media/image9.png"/><Relationship Id="rId5" Type="http://schemas.openxmlformats.org/officeDocument/2006/relationships/image" Target="../media/image8.jpeg"/><Relationship Id="rId4" Type="http://schemas.openxmlformats.org/officeDocument/2006/relationships/image" Target="../media/image3.emf"/></Relationships>
</file>

<file path=ppt/slideLayouts/_rels/slideLayout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oleObject" Target="../embeddings/oleObject20.bin"/><Relationship Id="rId7" Type="http://schemas.openxmlformats.org/officeDocument/2006/relationships/image" Target="../media/image5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5.xml"/><Relationship Id="rId6" Type="http://schemas.openxmlformats.org/officeDocument/2006/relationships/image" Target="../media/image9.png"/><Relationship Id="rId5" Type="http://schemas.openxmlformats.org/officeDocument/2006/relationships/image" Target="../media/image10.jpeg"/><Relationship Id="rId4" Type="http://schemas.openxmlformats.org/officeDocument/2006/relationships/image" Target="../media/image3.emf"/></Relationships>
</file>

<file path=ppt/slideLayouts/_rels/slideLayout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oleObject" Target="../embeddings/oleObject21.bin"/><Relationship Id="rId7" Type="http://schemas.openxmlformats.org/officeDocument/2006/relationships/image" Target="../media/image5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6.xml"/><Relationship Id="rId6" Type="http://schemas.openxmlformats.org/officeDocument/2006/relationships/image" Target="../media/image9.png"/><Relationship Id="rId5" Type="http://schemas.openxmlformats.org/officeDocument/2006/relationships/image" Target="../media/image11.jpeg"/><Relationship Id="rId4" Type="http://schemas.openxmlformats.org/officeDocument/2006/relationships/image" Target="../media/image3.emf"/></Relationships>
</file>

<file path=ppt/slideLayouts/_rels/slideLayout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oleObject" Target="../embeddings/oleObject22.bin"/><Relationship Id="rId7" Type="http://schemas.openxmlformats.org/officeDocument/2006/relationships/image" Target="../media/image5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7.xml"/><Relationship Id="rId6" Type="http://schemas.openxmlformats.org/officeDocument/2006/relationships/image" Target="../media/image9.png"/><Relationship Id="rId5" Type="http://schemas.openxmlformats.org/officeDocument/2006/relationships/image" Target="../media/image12.png"/><Relationship Id="rId4" Type="http://schemas.openxmlformats.org/officeDocument/2006/relationships/image" Target="../media/image3.emf"/></Relationships>
</file>

<file path=ppt/slideLayouts/_rels/slideLayout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oleObject" Target="../embeddings/oleObject23.bin"/><Relationship Id="rId7" Type="http://schemas.openxmlformats.org/officeDocument/2006/relationships/image" Target="../media/image1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8.xml"/><Relationship Id="rId6" Type="http://schemas.openxmlformats.org/officeDocument/2006/relationships/image" Target="../media/image9.png"/><Relationship Id="rId5" Type="http://schemas.openxmlformats.org/officeDocument/2006/relationships/image" Target="../media/image13.jpeg"/><Relationship Id="rId4" Type="http://schemas.openxmlformats.org/officeDocument/2006/relationships/image" Target="../media/image3.emf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9.xml"/><Relationship Id="rId6" Type="http://schemas.openxmlformats.org/officeDocument/2006/relationships/image" Target="../media/image7.svg"/><Relationship Id="rId5" Type="http://schemas.openxmlformats.org/officeDocument/2006/relationships/image" Target="../media/image4.png"/><Relationship Id="rId4" Type="http://schemas.openxmlformats.org/officeDocument/2006/relationships/image" Target="../media/image3.emf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5.bin"/><Relationship Id="rId7" Type="http://schemas.openxmlformats.org/officeDocument/2006/relationships/image" Target="../media/image5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0.xml"/><Relationship Id="rId6" Type="http://schemas.openxmlformats.org/officeDocument/2006/relationships/image" Target="../media/image7.svg"/><Relationship Id="rId5" Type="http://schemas.openxmlformats.org/officeDocument/2006/relationships/image" Target="../media/image4.png"/><Relationship Id="rId4" Type="http://schemas.openxmlformats.org/officeDocument/2006/relationships/image" Target="../media/image3.emf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6.bin"/><Relationship Id="rId7" Type="http://schemas.openxmlformats.org/officeDocument/2006/relationships/image" Target="../media/image1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1.xml"/><Relationship Id="rId6" Type="http://schemas.openxmlformats.org/officeDocument/2006/relationships/image" Target="../media/image7.svg"/><Relationship Id="rId5" Type="http://schemas.openxmlformats.org/officeDocument/2006/relationships/image" Target="../media/image4.png"/><Relationship Id="rId4" Type="http://schemas.openxmlformats.org/officeDocument/2006/relationships/image" Target="../media/image3.emf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7.bin"/><Relationship Id="rId7" Type="http://schemas.openxmlformats.org/officeDocument/2006/relationships/image" Target="../media/image1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2.xml"/><Relationship Id="rId6" Type="http://schemas.openxmlformats.org/officeDocument/2006/relationships/image" Target="../media/image7.svg"/><Relationship Id="rId5" Type="http://schemas.openxmlformats.org/officeDocument/2006/relationships/image" Target="../media/image4.png"/><Relationship Id="rId4" Type="http://schemas.openxmlformats.org/officeDocument/2006/relationships/image" Target="../media/image3.emf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8.bin"/><Relationship Id="rId7" Type="http://schemas.openxmlformats.org/officeDocument/2006/relationships/image" Target="../media/image1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3.xml"/><Relationship Id="rId6" Type="http://schemas.openxmlformats.org/officeDocument/2006/relationships/image" Target="../media/image7.svg"/><Relationship Id="rId5" Type="http://schemas.openxmlformats.org/officeDocument/2006/relationships/image" Target="../media/image4.png"/><Relationship Id="rId4" Type="http://schemas.openxmlformats.org/officeDocument/2006/relationships/image" Target="../media/image3.emf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9.bin"/><Relationship Id="rId7" Type="http://schemas.openxmlformats.org/officeDocument/2006/relationships/image" Target="../media/image1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4.xml"/><Relationship Id="rId6" Type="http://schemas.openxmlformats.org/officeDocument/2006/relationships/image" Target="../media/image7.svg"/><Relationship Id="rId5" Type="http://schemas.openxmlformats.org/officeDocument/2006/relationships/image" Target="../media/image4.png"/><Relationship Id="rId4" Type="http://schemas.openxmlformats.org/officeDocument/2006/relationships/image" Target="../media/image3.emf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0.bin"/><Relationship Id="rId7" Type="http://schemas.openxmlformats.org/officeDocument/2006/relationships/image" Target="../media/image1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5.xml"/><Relationship Id="rId6" Type="http://schemas.openxmlformats.org/officeDocument/2006/relationships/image" Target="../media/image7.svg"/><Relationship Id="rId5" Type="http://schemas.openxmlformats.org/officeDocument/2006/relationships/image" Target="../media/image4.png"/><Relationship Id="rId4" Type="http://schemas.openxmlformats.org/officeDocument/2006/relationships/image" Target="../media/image3.emf"/></Relationships>
</file>

<file path=ppt/slideLayouts/_rels/slideLayout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oleObject" Target="../embeddings/oleObject31.bin"/><Relationship Id="rId7" Type="http://schemas.openxmlformats.org/officeDocument/2006/relationships/hyperlink" Target="https://www.insight2profit.com/" TargetMode="External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6.xml"/><Relationship Id="rId6" Type="http://schemas.openxmlformats.org/officeDocument/2006/relationships/image" Target="../media/image14.png"/><Relationship Id="rId5" Type="http://schemas.openxmlformats.org/officeDocument/2006/relationships/image" Target="../media/image4.png"/><Relationship Id="rId4" Type="http://schemas.openxmlformats.org/officeDocument/2006/relationships/image" Target="../media/image3.emf"/></Relationships>
</file>

<file path=ppt/slideLayouts/_rels/slideLayout3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5.bin"/><Relationship Id="rId3" Type="http://schemas.openxmlformats.org/officeDocument/2006/relationships/tags" Target="../tags/tag39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38.xml"/><Relationship Id="rId1" Type="http://schemas.openxmlformats.org/officeDocument/2006/relationships/tags" Target="../tags/tag37.xml"/><Relationship Id="rId6" Type="http://schemas.openxmlformats.org/officeDocument/2006/relationships/tags" Target="../tags/tag42.xml"/><Relationship Id="rId5" Type="http://schemas.openxmlformats.org/officeDocument/2006/relationships/tags" Target="../tags/tag41.xml"/><Relationship Id="rId4" Type="http://schemas.openxmlformats.org/officeDocument/2006/relationships/tags" Target="../tags/tag40.xml"/><Relationship Id="rId9" Type="http://schemas.openxmlformats.org/officeDocument/2006/relationships/image" Target="../media/image6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Title Page - No Client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>
            <a:extLst>
              <a:ext uri="{FF2B5EF4-FFF2-40B4-BE49-F238E27FC236}">
                <a16:creationId xmlns:a16="http://schemas.microsoft.com/office/drawing/2014/main" id="{C773FF76-1E19-8FAF-E128-FCB90DF31DBB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17618196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60" imgH="360" progId="TCLayout.ActiveDocument.1">
                  <p:embed/>
                </p:oleObj>
              </mc:Choice>
              <mc:Fallback>
                <p:oleObj name="think-cell Slide" r:id="rId3" imgW="360" imgH="360" progId="TCLayout.ActiveDocument.1">
                  <p:embed/>
                  <p:pic>
                    <p:nvPicPr>
                      <p:cNvPr id="7" name="Object 6" hidden="1">
                        <a:extLst>
                          <a:ext uri="{FF2B5EF4-FFF2-40B4-BE49-F238E27FC236}">
                            <a16:creationId xmlns:a16="http://schemas.microsoft.com/office/drawing/2014/main" id="{C773FF76-1E19-8FAF-E128-FCB90DF31DB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" name="Picture 3">
            <a:extLst>
              <a:ext uri="{FF2B5EF4-FFF2-40B4-BE49-F238E27FC236}">
                <a16:creationId xmlns:a16="http://schemas.microsoft.com/office/drawing/2014/main" id="{1653902C-4660-2783-21FE-266A42FF347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1"/>
            <a:ext cx="12192000" cy="685799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381000" y="3865548"/>
            <a:ext cx="11430000" cy="1372776"/>
          </a:xfrm>
        </p:spPr>
        <p:txBody>
          <a:bodyPr vert="horz" anchor="ctr">
            <a:normAutofit/>
          </a:bodyPr>
          <a:lstStyle>
            <a:lvl1pPr algn="ctr">
              <a:defRPr sz="3200" b="0" cap="all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title of</a:t>
            </a:r>
            <a:br>
              <a:rPr lang="en-US"/>
            </a:br>
            <a:r>
              <a:rPr lang="en-US"/>
              <a:t>presentation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381000" y="5238325"/>
            <a:ext cx="11430000" cy="504747"/>
          </a:xfrm>
        </p:spPr>
        <p:txBody>
          <a:bodyPr>
            <a:normAutofit/>
          </a:bodyPr>
          <a:lstStyle>
            <a:lvl1pPr marL="0" indent="0" algn="ctr">
              <a:buNone/>
              <a:defRPr sz="2000" b="1" cap="all" baseline="0">
                <a:solidFill>
                  <a:schemeClr val="accent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Client Company name (no logo)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81000" y="5743072"/>
            <a:ext cx="11430000" cy="581528"/>
          </a:xfrm>
        </p:spPr>
        <p:txBody>
          <a:bodyPr>
            <a:normAutofit/>
          </a:bodyPr>
          <a:lstStyle>
            <a:lvl1pPr marL="0" indent="0" algn="ctr">
              <a:buNone/>
              <a:defRPr sz="14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sz="1400"/>
              <a:t>Date</a:t>
            </a:r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7001026" y="6651290"/>
            <a:ext cx="5181600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914400">
              <a:defRPr/>
            </a:pPr>
            <a:r>
              <a:rPr lang="en-US" sz="600">
                <a:solidFill>
                  <a:schemeClr val="tx2"/>
                </a:solidFill>
                <a:latin typeface="Arial"/>
                <a:cs typeface="Arial"/>
              </a:rPr>
              <a:t>© INSIGHT2PROFIT | Content Proprietary &amp; Confidential.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E52D56E-A9D4-4291-B4FE-F84042D8BFF4}"/>
              </a:ext>
            </a:extLst>
          </p:cNvPr>
          <p:cNvSpPr txBox="1"/>
          <p:nvPr/>
        </p:nvSpPr>
        <p:spPr>
          <a:xfrm>
            <a:off x="7001026" y="6651290"/>
            <a:ext cx="5181600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914400">
              <a:defRPr/>
            </a:pPr>
            <a:r>
              <a:rPr lang="en-US" sz="600">
                <a:solidFill>
                  <a:schemeClr val="bg1"/>
                </a:solidFill>
                <a:latin typeface="Arial"/>
                <a:cs typeface="Arial"/>
              </a:rPr>
              <a:t>© INSIGHT2PROFIT | Content Proprietary &amp; Confidential.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2F4CA91-AC8B-6E85-2DAE-11EAE814C61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353060" y="759716"/>
            <a:ext cx="5715000" cy="8536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494399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. Title Page - Client Logo (Print Optimized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" name="Object 15" hidden="1">
            <a:extLst>
              <a:ext uri="{FF2B5EF4-FFF2-40B4-BE49-F238E27FC236}">
                <a16:creationId xmlns:a16="http://schemas.microsoft.com/office/drawing/2014/main" id="{887B3C5B-86D2-0539-61C1-91A01DA8107D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05112609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60" imgH="360" progId="TCLayout.ActiveDocument.1">
                  <p:embed/>
                </p:oleObj>
              </mc:Choice>
              <mc:Fallback>
                <p:oleObj name="think-cell Slide" r:id="rId3" imgW="360" imgH="360" progId="TCLayout.ActiveDocument.1">
                  <p:embed/>
                  <p:pic>
                    <p:nvPicPr>
                      <p:cNvPr id="16" name="Object 15" hidden="1">
                        <a:extLst>
                          <a:ext uri="{FF2B5EF4-FFF2-40B4-BE49-F238E27FC236}">
                            <a16:creationId xmlns:a16="http://schemas.microsoft.com/office/drawing/2014/main" id="{887B3C5B-86D2-0539-61C1-91A01DA8107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381000" y="4484890"/>
            <a:ext cx="11430000" cy="1372776"/>
          </a:xfrm>
        </p:spPr>
        <p:txBody>
          <a:bodyPr vert="horz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200" b="0" kern="1200" cap="all" baseline="0" dirty="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title of</a:t>
            </a:r>
            <a:br>
              <a:rPr lang="en-US"/>
            </a:br>
            <a:r>
              <a:rPr lang="en-US"/>
              <a:t>presentation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81000" y="5885245"/>
            <a:ext cx="11430000" cy="439355"/>
          </a:xfrm>
        </p:spPr>
        <p:txBody>
          <a:bodyPr>
            <a:normAutofit/>
          </a:bodyPr>
          <a:lstStyle>
            <a:lvl1pPr marL="0" indent="0" algn="ctr">
              <a:buNone/>
              <a:defRPr sz="1400">
                <a:solidFill>
                  <a:srgbClr val="E56910"/>
                </a:solidFill>
              </a:defRPr>
            </a:lvl1pPr>
          </a:lstStyle>
          <a:p>
            <a:pPr lvl="0"/>
            <a:r>
              <a:rPr lang="en-US" sz="1400"/>
              <a:t>Date</a:t>
            </a:r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7001026" y="6651290"/>
            <a:ext cx="5181600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914400">
              <a:defRPr/>
            </a:pPr>
            <a:r>
              <a:rPr lang="en-US" sz="600">
                <a:solidFill>
                  <a:schemeClr val="tx1"/>
                </a:solidFill>
                <a:latin typeface="Arial"/>
                <a:cs typeface="Arial"/>
              </a:rPr>
              <a:t>© INSIGHT2PROFIT | Content Proprietary &amp; Confidential. 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37735D9-C24D-E6D2-9F34-BB3B0BB37BEA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057650" y="3067008"/>
            <a:ext cx="4076700" cy="1372776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pPr lvl="0"/>
            <a:r>
              <a:rPr lang="en-US"/>
              <a:t>Client Logo Centered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33BA865-3B99-ED72-C8F9-7D5B4E234C7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1"/>
            <a:ext cx="12192000" cy="237310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54552F1-A2B2-3537-187A-CDF240D0175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353060" y="759716"/>
            <a:ext cx="5715000" cy="8536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1032287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3. Title Page - No Client Logo (Print Optimized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E8A4EEDF-42FE-8AE6-F6FD-E9AD74907497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80889645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84" imgH="486" progId="TCLayout.ActiveDocument.1">
                  <p:embed/>
                </p:oleObj>
              </mc:Choice>
              <mc:Fallback>
                <p:oleObj name="think-cell Slide" r:id="rId3" imgW="484" imgH="486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8A4EEDF-42FE-8AE6-F6FD-E9AD7490749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381000" y="3141648"/>
            <a:ext cx="11430000" cy="1372776"/>
          </a:xfrm>
        </p:spPr>
        <p:txBody>
          <a:bodyPr vert="horz" anchor="ctr">
            <a:normAutofit/>
          </a:bodyPr>
          <a:lstStyle>
            <a:lvl1pPr algn="ctr">
              <a:defRPr sz="3200" b="0" cap="all" baseline="0">
                <a:solidFill>
                  <a:schemeClr val="accent2"/>
                </a:solidFill>
              </a:defRPr>
            </a:lvl1pPr>
          </a:lstStyle>
          <a:p>
            <a:r>
              <a:rPr lang="en-US"/>
              <a:t>title of</a:t>
            </a:r>
            <a:br>
              <a:rPr lang="en-US"/>
            </a:br>
            <a:r>
              <a:rPr lang="en-US"/>
              <a:t>presentation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381000" y="4704925"/>
            <a:ext cx="11430000" cy="504747"/>
          </a:xfrm>
        </p:spPr>
        <p:txBody>
          <a:bodyPr>
            <a:normAutofit/>
          </a:bodyPr>
          <a:lstStyle>
            <a:lvl1pPr marL="0" indent="0" algn="ctr">
              <a:buNone/>
              <a:defRPr sz="2000" b="1" cap="all" baseline="0">
                <a:solidFill>
                  <a:schemeClr val="accent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Client company name (no logo)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81000" y="5429250"/>
            <a:ext cx="11430000" cy="581025"/>
          </a:xfrm>
        </p:spPr>
        <p:txBody>
          <a:bodyPr>
            <a:normAutofit/>
          </a:bodyPr>
          <a:lstStyle>
            <a:lvl1pPr marL="0" indent="0" algn="ctr">
              <a:buNone/>
              <a:defRPr sz="14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sz="1400"/>
              <a:t>Date</a:t>
            </a:r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7001026" y="6651290"/>
            <a:ext cx="5181600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914400">
              <a:defRPr/>
            </a:pPr>
            <a:r>
              <a:rPr lang="en-US" sz="600">
                <a:solidFill>
                  <a:schemeClr val="tx1"/>
                </a:solidFill>
                <a:latin typeface="Arial"/>
                <a:cs typeface="Arial"/>
              </a:rPr>
              <a:t>© INSIGHT2PROFIT | Content Proprietary &amp; Confidential.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653902C-4660-2783-21FE-266A42FF347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1"/>
            <a:ext cx="12192000" cy="237310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2F4CA91-AC8B-6E85-2DAE-11EAE814C61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353060" y="759716"/>
            <a:ext cx="5715000" cy="8536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8438585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. Content - Client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F5B21452-9931-48CD-A9D9-2C40EF93206D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77250871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F5B21452-9931-48CD-A9D9-2C40EF93206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74C5C362-86A5-3D8C-16F7-1BB27FC6A5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1225484"/>
            <a:ext cx="11425238" cy="51045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 marL="1200150" indent="-230188">
              <a:tabLst>
                <a:tab pos="1201738" algn="l"/>
              </a:tabLst>
              <a:defRPr sz="1600"/>
            </a:lvl6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itle Placeholder 1">
            <a:extLst>
              <a:ext uri="{FF2B5EF4-FFF2-40B4-BE49-F238E27FC236}">
                <a16:creationId xmlns:a16="http://schemas.microsoft.com/office/drawing/2014/main" id="{77FDE2D5-6460-E2BF-5EED-6EE58C4921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1" y="206103"/>
            <a:ext cx="10055224" cy="89774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DBC5D786-B182-3207-F40D-28F0E668370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599267" y="6321073"/>
            <a:ext cx="8720668" cy="527401"/>
          </a:xfrm>
        </p:spPr>
        <p:txBody>
          <a:bodyPr anchor="ctr">
            <a:normAutofit/>
          </a:bodyPr>
          <a:lstStyle>
            <a:lvl1pPr marL="0" indent="0" algn="r">
              <a:spcBef>
                <a:spcPts val="0"/>
              </a:spcBef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SOURCE: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0A37F7E7-A597-9BF8-D34B-CFE5E0A33E28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10436225" y="206375"/>
            <a:ext cx="1370013" cy="896938"/>
          </a:xfrm>
        </p:spPr>
        <p:txBody>
          <a:bodyPr/>
          <a:lstStyle>
            <a:lvl1pPr marL="0" indent="0" algn="r">
              <a:buFont typeface="Arial" panose="020B0604020202020204" pitchFamily="34" charset="0"/>
              <a:buNone/>
              <a:defRPr/>
            </a:lvl1pPr>
          </a:lstStyle>
          <a:p>
            <a:pPr lvl="0"/>
            <a:r>
              <a:rPr lang="en-US"/>
              <a:t>Client Logo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94ADF65C-FDB2-0226-BE1B-5B88C2EF410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1000" y="-9059"/>
            <a:ext cx="11430000" cy="199559"/>
          </a:xfrm>
          <a:noFill/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000" b="0" cap="all" baseline="0">
                <a:solidFill>
                  <a:schemeClr val="tx1"/>
                </a:solidFill>
                <a:latin typeface="+mn-lt"/>
              </a:defRPr>
            </a:lvl1pPr>
            <a:lvl2pPr marL="166687" indent="0">
              <a:buFont typeface="Arial" panose="020B0604020202020204" pitchFamily="34" charset="0"/>
              <a:buNone/>
              <a:defRPr/>
            </a:lvl2pPr>
            <a:lvl3pPr marL="347662" indent="0">
              <a:buFont typeface="Arial" panose="020B0604020202020204" pitchFamily="34" charset="0"/>
              <a:buNone/>
              <a:defRPr/>
            </a:lvl3pPr>
            <a:lvl4pPr marL="512762" indent="0">
              <a:buFont typeface="Arial" panose="020B0604020202020204" pitchFamily="34" charset="0"/>
              <a:buNone/>
              <a:defRPr/>
            </a:lvl4pPr>
            <a:lvl5pPr marL="746125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/>
              <a:t>SECTION HEADER</a:t>
            </a:r>
          </a:p>
        </p:txBody>
      </p:sp>
      <p:sp>
        <p:nvSpPr>
          <p:cNvPr id="8" name="Text Placeholder 19">
            <a:extLst>
              <a:ext uri="{FF2B5EF4-FFF2-40B4-BE49-F238E27FC236}">
                <a16:creationId xmlns:a16="http://schemas.microsoft.com/office/drawing/2014/main" id="{94226842-63E7-5928-6264-B3CDC2CBBD3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81000" y="5632516"/>
            <a:ext cx="8917557" cy="698083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1000"/>
            </a:lvl1pPr>
          </a:lstStyle>
          <a:p>
            <a:pPr lvl="0"/>
            <a:r>
              <a:rPr lang="en-US"/>
              <a:t>Footnotes</a:t>
            </a:r>
          </a:p>
        </p:txBody>
      </p:sp>
    </p:spTree>
    <p:extLst>
      <p:ext uri="{BB962C8B-B14F-4D97-AF65-F5344CB8AC3E}">
        <p14:creationId xmlns:p14="http://schemas.microsoft.com/office/powerpoint/2010/main" val="4128246413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. Content - No Client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F5B21452-9931-48CD-A9D9-2C40EF93206D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86628930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F5B21452-9931-48CD-A9D9-2C40EF93206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74C5C362-86A5-3D8C-16F7-1BB27FC6A5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1" y="1225484"/>
            <a:ext cx="11429999" cy="51051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 marL="1200150" indent="-230188">
              <a:tabLst>
                <a:tab pos="1201738" algn="l"/>
              </a:tabLst>
              <a:defRPr sz="1600"/>
            </a:lvl6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itle Placeholder 1">
            <a:extLst>
              <a:ext uri="{FF2B5EF4-FFF2-40B4-BE49-F238E27FC236}">
                <a16:creationId xmlns:a16="http://schemas.microsoft.com/office/drawing/2014/main" id="{77FDE2D5-6460-E2BF-5EED-6EE58C4921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206103"/>
            <a:ext cx="11429999" cy="89774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DBC5D786-B182-3207-F40D-28F0E668370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599267" y="6321073"/>
            <a:ext cx="8720668" cy="527401"/>
          </a:xfrm>
        </p:spPr>
        <p:txBody>
          <a:bodyPr anchor="ctr">
            <a:normAutofit/>
          </a:bodyPr>
          <a:lstStyle>
            <a:lvl1pPr marL="0" indent="0" algn="r">
              <a:spcBef>
                <a:spcPts val="0"/>
              </a:spcBef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SOURCE:</a:t>
            </a:r>
          </a:p>
        </p:txBody>
      </p:sp>
      <p:sp>
        <p:nvSpPr>
          <p:cNvPr id="8" name="Text Placeholder 19">
            <a:extLst>
              <a:ext uri="{FF2B5EF4-FFF2-40B4-BE49-F238E27FC236}">
                <a16:creationId xmlns:a16="http://schemas.microsoft.com/office/drawing/2014/main" id="{8CD3B538-22A2-72A4-711C-A0346111AFF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81000" y="5632517"/>
            <a:ext cx="8917557" cy="698081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Footnotes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D4C890AC-CF3F-F51F-51A1-532E1766880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1000" y="-9059"/>
            <a:ext cx="11430000" cy="199559"/>
          </a:xfrm>
          <a:noFill/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000" b="0" cap="all" baseline="0">
                <a:solidFill>
                  <a:schemeClr val="tx1"/>
                </a:solidFill>
                <a:latin typeface="+mn-lt"/>
              </a:defRPr>
            </a:lvl1pPr>
            <a:lvl2pPr marL="166687" indent="0">
              <a:buFont typeface="Arial" panose="020B0604020202020204" pitchFamily="34" charset="0"/>
              <a:buNone/>
              <a:defRPr/>
            </a:lvl2pPr>
            <a:lvl3pPr marL="347662" indent="0">
              <a:buFont typeface="Arial" panose="020B0604020202020204" pitchFamily="34" charset="0"/>
              <a:buNone/>
              <a:defRPr/>
            </a:lvl3pPr>
            <a:lvl4pPr marL="512762" indent="0">
              <a:buFont typeface="Arial" panose="020B0604020202020204" pitchFamily="34" charset="0"/>
              <a:buNone/>
              <a:defRPr/>
            </a:lvl4pPr>
            <a:lvl5pPr marL="746125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/>
              <a:t>SECTION HEADER</a:t>
            </a:r>
          </a:p>
        </p:txBody>
      </p:sp>
    </p:spTree>
    <p:extLst>
      <p:ext uri="{BB962C8B-B14F-4D97-AF65-F5344CB8AC3E}">
        <p14:creationId xmlns:p14="http://schemas.microsoft.com/office/powerpoint/2010/main" val="2460009374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. 2 Column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33ED4494-18E4-E089-39A5-C1B56F8FE55F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90718428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84" imgH="486" progId="TCLayout.ActiveDocument.1">
                  <p:embed/>
                </p:oleObj>
              </mc:Choice>
              <mc:Fallback>
                <p:oleObj name="think-cell Slide" r:id="rId3" imgW="484" imgH="486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33ED4494-18E4-E089-39A5-C1B56F8FE55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1001" y="1224111"/>
            <a:ext cx="5601787" cy="5102352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3623" y="1224111"/>
            <a:ext cx="5601787" cy="5102352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itle Placeholder 1">
            <a:extLst>
              <a:ext uri="{FF2B5EF4-FFF2-40B4-BE49-F238E27FC236}">
                <a16:creationId xmlns:a16="http://schemas.microsoft.com/office/drawing/2014/main" id="{64128026-75FF-B379-0389-B7454A8C7B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1" y="206103"/>
            <a:ext cx="11430000" cy="89774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19">
            <a:extLst>
              <a:ext uri="{FF2B5EF4-FFF2-40B4-BE49-F238E27FC236}">
                <a16:creationId xmlns:a16="http://schemas.microsoft.com/office/drawing/2014/main" id="{D805633A-316B-641E-AC80-DC9D0A7D2DE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599267" y="6321073"/>
            <a:ext cx="8720668" cy="527401"/>
          </a:xfrm>
        </p:spPr>
        <p:txBody>
          <a:bodyPr anchor="ctr">
            <a:normAutofit/>
          </a:bodyPr>
          <a:lstStyle>
            <a:lvl1pPr marL="0" indent="0" algn="r">
              <a:spcBef>
                <a:spcPts val="0"/>
              </a:spcBef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SOURCE: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B51EA372-B231-9920-4D72-6AED6490D9F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1000" y="-9059"/>
            <a:ext cx="11430000" cy="199559"/>
          </a:xfrm>
          <a:noFill/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000" b="0" cap="all" baseline="0">
                <a:solidFill>
                  <a:schemeClr val="tx1"/>
                </a:solidFill>
                <a:latin typeface="+mn-lt"/>
              </a:defRPr>
            </a:lvl1pPr>
            <a:lvl2pPr marL="166687" indent="0">
              <a:buFont typeface="Arial" panose="020B0604020202020204" pitchFamily="34" charset="0"/>
              <a:buNone/>
              <a:defRPr/>
            </a:lvl2pPr>
            <a:lvl3pPr marL="347662" indent="0">
              <a:buFont typeface="Arial" panose="020B0604020202020204" pitchFamily="34" charset="0"/>
              <a:buNone/>
              <a:defRPr/>
            </a:lvl3pPr>
            <a:lvl4pPr marL="512762" indent="0">
              <a:buFont typeface="Arial" panose="020B0604020202020204" pitchFamily="34" charset="0"/>
              <a:buNone/>
              <a:defRPr/>
            </a:lvl4pPr>
            <a:lvl5pPr marL="746125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/>
              <a:t>SECTION HEADER</a:t>
            </a:r>
          </a:p>
        </p:txBody>
      </p:sp>
    </p:spTree>
    <p:extLst>
      <p:ext uri="{BB962C8B-B14F-4D97-AF65-F5344CB8AC3E}">
        <p14:creationId xmlns:p14="http://schemas.microsoft.com/office/powerpoint/2010/main" val="1003781628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3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6. Three Column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hink-cell data - do not delete" hidden="1">
            <a:extLst>
              <a:ext uri="{FF2B5EF4-FFF2-40B4-BE49-F238E27FC236}">
                <a16:creationId xmlns:a16="http://schemas.microsoft.com/office/drawing/2014/main" id="{1284FA7F-23A5-7D51-BDAF-4D04D11C3C69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28294283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84" imgH="486" progId="TCLayout.ActiveDocument.1">
                  <p:embed/>
                </p:oleObj>
              </mc:Choice>
              <mc:Fallback>
                <p:oleObj name="think-cell Slide" r:id="rId3" imgW="484" imgH="486" progId="TCLayout.ActiveDocument.1">
                  <p:embed/>
                  <p:pic>
                    <p:nvPicPr>
                      <p:cNvPr id="9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284FA7F-23A5-7D51-BDAF-4D04D11C3C6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5004" y="1221103"/>
            <a:ext cx="3657600" cy="5102352"/>
          </a:xfrm>
        </p:spPr>
        <p:txBody>
          <a:bodyPr>
            <a:normAutofit/>
          </a:bodyPr>
          <a:lstStyle>
            <a:lvl1pPr>
              <a:defRPr sz="1600">
                <a:latin typeface="+mn-lt"/>
              </a:defRPr>
            </a:lvl1pPr>
            <a:lvl2pPr>
              <a:defRPr sz="1600">
                <a:latin typeface="+mn-lt"/>
              </a:defRPr>
            </a:lvl2pPr>
            <a:lvl3pPr>
              <a:defRPr sz="1600">
                <a:latin typeface="+mn-lt"/>
              </a:defRPr>
            </a:lvl3pPr>
            <a:lvl4pPr>
              <a:defRPr sz="1600">
                <a:latin typeface="+mn-lt"/>
              </a:defRPr>
            </a:lvl4pPr>
            <a:lvl5pPr>
              <a:defRPr sz="160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151955" y="1221103"/>
            <a:ext cx="3657600" cy="5102352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Content Placeholder 2"/>
          <p:cNvSpPr>
            <a:spLocks noGrp="1"/>
          </p:cNvSpPr>
          <p:nvPr>
            <p:ph sz="half" idx="15"/>
          </p:nvPr>
        </p:nvSpPr>
        <p:spPr>
          <a:xfrm>
            <a:off x="4259384" y="1221103"/>
            <a:ext cx="3657600" cy="5102352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A4677E8-6A22-0D70-58AF-022466A3B7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206103"/>
            <a:ext cx="11429999" cy="89774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19">
            <a:extLst>
              <a:ext uri="{FF2B5EF4-FFF2-40B4-BE49-F238E27FC236}">
                <a16:creationId xmlns:a16="http://schemas.microsoft.com/office/drawing/2014/main" id="{20089ADB-DE0E-1A9D-B046-EDBDA8A3A99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599267" y="6321073"/>
            <a:ext cx="8720668" cy="527401"/>
          </a:xfrm>
        </p:spPr>
        <p:txBody>
          <a:bodyPr anchor="ctr">
            <a:normAutofit/>
          </a:bodyPr>
          <a:lstStyle>
            <a:lvl1pPr marL="0" indent="0" algn="r">
              <a:spcBef>
                <a:spcPts val="0"/>
              </a:spcBef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SOURCE: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F20FBED9-3A5E-BB23-A5E7-3B1F32CE95C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1000" y="-9059"/>
            <a:ext cx="11430000" cy="199559"/>
          </a:xfrm>
          <a:noFill/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000" b="0" cap="all" baseline="0">
                <a:solidFill>
                  <a:schemeClr val="tx1"/>
                </a:solidFill>
                <a:latin typeface="+mn-lt"/>
              </a:defRPr>
            </a:lvl1pPr>
            <a:lvl2pPr marL="166687" indent="0">
              <a:buFont typeface="Arial" panose="020B0604020202020204" pitchFamily="34" charset="0"/>
              <a:buNone/>
              <a:defRPr/>
            </a:lvl2pPr>
            <a:lvl3pPr marL="347662" indent="0">
              <a:buFont typeface="Arial" panose="020B0604020202020204" pitchFamily="34" charset="0"/>
              <a:buNone/>
              <a:defRPr/>
            </a:lvl3pPr>
            <a:lvl4pPr marL="512762" indent="0">
              <a:buFont typeface="Arial" panose="020B0604020202020204" pitchFamily="34" charset="0"/>
              <a:buNone/>
              <a:defRPr/>
            </a:lvl4pPr>
            <a:lvl5pPr marL="746125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/>
              <a:t>SECTION HEADER</a:t>
            </a:r>
          </a:p>
        </p:txBody>
      </p:sp>
    </p:spTree>
    <p:extLst>
      <p:ext uri="{BB962C8B-B14F-4D97-AF65-F5344CB8AC3E}">
        <p14:creationId xmlns:p14="http://schemas.microsoft.com/office/powerpoint/2010/main" val="1017059610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7. Visual 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148D3BC3-A98A-952D-F287-C846FC7AE8F2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90696227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84" imgH="486" progId="TCLayout.ActiveDocument.1">
                  <p:embed/>
                </p:oleObj>
              </mc:Choice>
              <mc:Fallback>
                <p:oleObj name="think-cell Slide" r:id="rId3" imgW="484" imgH="486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48D3BC3-A98A-952D-F287-C846FC7AE8F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381000" y="1221104"/>
            <a:ext cx="5623560" cy="3165339"/>
          </a:xfrm>
        </p:spPr>
        <p:txBody>
          <a:bodyPr anchor="ctr"/>
          <a:lstStyle>
            <a:lvl1pPr marL="0" indent="0">
              <a:buNone/>
              <a:defRPr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on icon to add visual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185864" y="1221104"/>
            <a:ext cx="5623560" cy="3165339"/>
          </a:xfrm>
        </p:spPr>
        <p:txBody>
          <a:bodyPr anchor="ctr"/>
          <a:lstStyle>
            <a:lvl1pPr marL="0" indent="0">
              <a:buNone/>
              <a:defRPr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on icon to add visual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5"/>
          </p:nvPr>
        </p:nvSpPr>
        <p:spPr>
          <a:xfrm>
            <a:off x="381000" y="4417469"/>
            <a:ext cx="5623560" cy="1903604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6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2" name="Text Placeholder 10"/>
          <p:cNvSpPr>
            <a:spLocks noGrp="1"/>
          </p:cNvSpPr>
          <p:nvPr>
            <p:ph type="body" sz="quarter" idx="16"/>
          </p:nvPr>
        </p:nvSpPr>
        <p:spPr>
          <a:xfrm>
            <a:off x="6185864" y="4417469"/>
            <a:ext cx="5623560" cy="1903604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6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FF0DC63-B13A-1EE1-4162-92F5B31E58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206103"/>
            <a:ext cx="11429999" cy="89774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19">
            <a:extLst>
              <a:ext uri="{FF2B5EF4-FFF2-40B4-BE49-F238E27FC236}">
                <a16:creationId xmlns:a16="http://schemas.microsoft.com/office/drawing/2014/main" id="{91B7452E-E0AA-091B-E417-526FBA51954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599267" y="6321073"/>
            <a:ext cx="8720668" cy="527401"/>
          </a:xfrm>
        </p:spPr>
        <p:txBody>
          <a:bodyPr anchor="ctr">
            <a:normAutofit/>
          </a:bodyPr>
          <a:lstStyle>
            <a:lvl1pPr marL="0" indent="0" algn="r">
              <a:spcBef>
                <a:spcPts val="0"/>
              </a:spcBef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SOURCE: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9646C406-AB2A-4E22-DB71-471F8708BEC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1000" y="-9059"/>
            <a:ext cx="11430000" cy="199559"/>
          </a:xfrm>
          <a:noFill/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000" b="0" cap="all" baseline="0">
                <a:solidFill>
                  <a:schemeClr val="tx1"/>
                </a:solidFill>
                <a:latin typeface="+mn-lt"/>
              </a:defRPr>
            </a:lvl1pPr>
            <a:lvl2pPr marL="166687" indent="0">
              <a:buFont typeface="Arial" panose="020B0604020202020204" pitchFamily="34" charset="0"/>
              <a:buNone/>
              <a:defRPr/>
            </a:lvl2pPr>
            <a:lvl3pPr marL="347662" indent="0">
              <a:buFont typeface="Arial" panose="020B0604020202020204" pitchFamily="34" charset="0"/>
              <a:buNone/>
              <a:defRPr/>
            </a:lvl3pPr>
            <a:lvl4pPr marL="512762" indent="0">
              <a:buFont typeface="Arial" panose="020B0604020202020204" pitchFamily="34" charset="0"/>
              <a:buNone/>
              <a:defRPr/>
            </a:lvl4pPr>
            <a:lvl5pPr marL="746125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/>
              <a:t>SECTION HEADER</a:t>
            </a:r>
          </a:p>
        </p:txBody>
      </p:sp>
    </p:spTree>
    <p:extLst>
      <p:ext uri="{BB962C8B-B14F-4D97-AF65-F5344CB8AC3E}">
        <p14:creationId xmlns:p14="http://schemas.microsoft.com/office/powerpoint/2010/main" val="3167623909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8. Visual &amp; Bullets -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7ED50C32-67A4-EC38-A669-4CBF5631C492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12548109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84" imgH="486" progId="TCLayout.ActiveDocument.1">
                  <p:embed/>
                </p:oleObj>
              </mc:Choice>
              <mc:Fallback>
                <p:oleObj name="think-cell Slide" r:id="rId3" imgW="484" imgH="486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ED50C32-67A4-EC38-A669-4CBF5631C49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381001" y="1221104"/>
            <a:ext cx="11429998" cy="3165339"/>
          </a:xfrm>
        </p:spPr>
        <p:txBody>
          <a:bodyPr anchor="ctr"/>
          <a:lstStyle>
            <a:lvl1pPr marL="0" indent="0">
              <a:buNone/>
              <a:defRPr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on icon to add visual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5"/>
          </p:nvPr>
        </p:nvSpPr>
        <p:spPr>
          <a:xfrm>
            <a:off x="381000" y="4418013"/>
            <a:ext cx="11429997" cy="1903059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6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A0EC3DF-E6AB-2907-7792-E988985407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206103"/>
            <a:ext cx="11429999" cy="89774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19">
            <a:extLst>
              <a:ext uri="{FF2B5EF4-FFF2-40B4-BE49-F238E27FC236}">
                <a16:creationId xmlns:a16="http://schemas.microsoft.com/office/drawing/2014/main" id="{FF409AE7-DD55-6345-3C9D-F60697CE0B4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599267" y="6321073"/>
            <a:ext cx="8720668" cy="527401"/>
          </a:xfrm>
        </p:spPr>
        <p:txBody>
          <a:bodyPr anchor="ctr">
            <a:normAutofit/>
          </a:bodyPr>
          <a:lstStyle>
            <a:lvl1pPr marL="0" indent="0" algn="r">
              <a:spcBef>
                <a:spcPts val="0"/>
              </a:spcBef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SOURCE:</a:t>
            </a:r>
          </a:p>
        </p:txBody>
      </p:sp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3E9E1820-9527-B2F4-8F0E-F3C7CECBAA0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1000" y="-9059"/>
            <a:ext cx="11430000" cy="199559"/>
          </a:xfrm>
          <a:noFill/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000" b="0" cap="all" baseline="0">
                <a:solidFill>
                  <a:schemeClr val="tx1"/>
                </a:solidFill>
                <a:latin typeface="+mn-lt"/>
              </a:defRPr>
            </a:lvl1pPr>
            <a:lvl2pPr marL="166687" indent="0">
              <a:buFont typeface="Arial" panose="020B0604020202020204" pitchFamily="34" charset="0"/>
              <a:buNone/>
              <a:defRPr/>
            </a:lvl2pPr>
            <a:lvl3pPr marL="347662" indent="0">
              <a:buFont typeface="Arial" panose="020B0604020202020204" pitchFamily="34" charset="0"/>
              <a:buNone/>
              <a:defRPr/>
            </a:lvl3pPr>
            <a:lvl4pPr marL="512762" indent="0">
              <a:buFont typeface="Arial" panose="020B0604020202020204" pitchFamily="34" charset="0"/>
              <a:buNone/>
              <a:defRPr/>
            </a:lvl4pPr>
            <a:lvl5pPr marL="746125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/>
              <a:t>SECTION HEADER</a:t>
            </a:r>
          </a:p>
        </p:txBody>
      </p:sp>
    </p:spTree>
    <p:extLst>
      <p:ext uri="{BB962C8B-B14F-4D97-AF65-F5344CB8AC3E}">
        <p14:creationId xmlns:p14="http://schemas.microsoft.com/office/powerpoint/2010/main" val="1134211508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9. Side by Side Text 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think-cell data - do not delete" hidden="1">
            <a:extLst>
              <a:ext uri="{FF2B5EF4-FFF2-40B4-BE49-F238E27FC236}">
                <a16:creationId xmlns:a16="http://schemas.microsoft.com/office/drawing/2014/main" id="{CB74A99A-2063-E3D0-BEEB-56B7F3FC73C1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65773722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84" imgH="486" progId="TCLayout.ActiveDocument.1">
                  <p:embed/>
                </p:oleObj>
              </mc:Choice>
              <mc:Fallback>
                <p:oleObj name="think-cell Slide" r:id="rId3" imgW="484" imgH="486" progId="TCLayout.ActiveDocument.1">
                  <p:embed/>
                  <p:pic>
                    <p:nvPicPr>
                      <p:cNvPr id="11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B74A99A-2063-E3D0-BEEB-56B7F3FC73C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394158" y="1224006"/>
            <a:ext cx="5638798" cy="475306"/>
          </a:xfrm>
        </p:spPr>
        <p:txBody>
          <a:bodyPr anchor="ctr">
            <a:normAutofit/>
          </a:bodyPr>
          <a:lstStyle>
            <a:lvl1pPr marL="0" indent="0">
              <a:buNone/>
              <a:defRPr sz="2000" b="0">
                <a:solidFill>
                  <a:schemeClr val="accent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Sub-Head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94158" y="1718362"/>
            <a:ext cx="5638797" cy="4596713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1" y="1224006"/>
            <a:ext cx="5638798" cy="475306"/>
          </a:xfrm>
        </p:spPr>
        <p:txBody>
          <a:bodyPr anchor="ctr">
            <a:normAutofit/>
          </a:bodyPr>
          <a:lstStyle>
            <a:lvl1pPr marL="0" indent="0">
              <a:buNone/>
              <a:defRPr sz="2000" b="0">
                <a:solidFill>
                  <a:schemeClr val="accent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Sub-Head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1718362"/>
            <a:ext cx="5641518" cy="4593186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5EE08B1-97D7-18A8-0BAE-907C65B571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206103"/>
            <a:ext cx="11429999" cy="89774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19">
            <a:extLst>
              <a:ext uri="{FF2B5EF4-FFF2-40B4-BE49-F238E27FC236}">
                <a16:creationId xmlns:a16="http://schemas.microsoft.com/office/drawing/2014/main" id="{51466061-78EE-CB7E-80A3-7FAA7C6D00E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599267" y="6321073"/>
            <a:ext cx="8720668" cy="527401"/>
          </a:xfrm>
        </p:spPr>
        <p:txBody>
          <a:bodyPr anchor="ctr">
            <a:normAutofit/>
          </a:bodyPr>
          <a:lstStyle>
            <a:lvl1pPr marL="0" indent="0" algn="r">
              <a:spcBef>
                <a:spcPts val="0"/>
              </a:spcBef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SOURCE: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9147E556-36CA-9F16-80ED-EA7038E57A2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1000" y="-9059"/>
            <a:ext cx="11430000" cy="199559"/>
          </a:xfrm>
          <a:noFill/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000" b="0" cap="all" baseline="0">
                <a:solidFill>
                  <a:schemeClr val="tx1"/>
                </a:solidFill>
                <a:latin typeface="+mn-lt"/>
              </a:defRPr>
            </a:lvl1pPr>
            <a:lvl2pPr marL="166687" indent="0">
              <a:buFont typeface="Arial" panose="020B0604020202020204" pitchFamily="34" charset="0"/>
              <a:buNone/>
              <a:defRPr/>
            </a:lvl2pPr>
            <a:lvl3pPr marL="347662" indent="0">
              <a:buFont typeface="Arial" panose="020B0604020202020204" pitchFamily="34" charset="0"/>
              <a:buNone/>
              <a:defRPr/>
            </a:lvl3pPr>
            <a:lvl4pPr marL="512762" indent="0">
              <a:buFont typeface="Arial" panose="020B0604020202020204" pitchFamily="34" charset="0"/>
              <a:buNone/>
              <a:defRPr/>
            </a:lvl4pPr>
            <a:lvl5pPr marL="746125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/>
              <a:t>SECTION HEADER</a:t>
            </a:r>
          </a:p>
        </p:txBody>
      </p:sp>
    </p:spTree>
    <p:extLst>
      <p:ext uri="{BB962C8B-B14F-4D97-AF65-F5344CB8AC3E}">
        <p14:creationId xmlns:p14="http://schemas.microsoft.com/office/powerpoint/2010/main" val="3599080505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0. Left Visual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hink-cell data - do not delete" hidden="1">
            <a:extLst>
              <a:ext uri="{FF2B5EF4-FFF2-40B4-BE49-F238E27FC236}">
                <a16:creationId xmlns:a16="http://schemas.microsoft.com/office/drawing/2014/main" id="{E5F458A6-98A0-D8AC-4BC1-0CC828CBC0AA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73702361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84" imgH="486" progId="TCLayout.ActiveDocument.1">
                  <p:embed/>
                </p:oleObj>
              </mc:Choice>
              <mc:Fallback>
                <p:oleObj name="think-cell Slide" r:id="rId3" imgW="484" imgH="486" progId="TCLayout.ActiveDocument.1">
                  <p:embed/>
                  <p:pic>
                    <p:nvPicPr>
                      <p:cNvPr id="9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5F458A6-98A0-D8AC-4BC1-0CC828CBC0A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381000" y="1219761"/>
            <a:ext cx="6916004" cy="5102352"/>
          </a:xfrm>
        </p:spPr>
        <p:txBody>
          <a:bodyPr anchor="ctr"/>
          <a:lstStyle>
            <a:lvl1pPr marL="0" indent="0">
              <a:buNone/>
              <a:defRPr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on icon to add visual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5"/>
          </p:nvPr>
        </p:nvSpPr>
        <p:spPr>
          <a:xfrm>
            <a:off x="7297002" y="1219760"/>
            <a:ext cx="4513998" cy="5102352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148F45E-9FDE-85FF-695E-C25BF06B44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206103"/>
            <a:ext cx="11429999" cy="89774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19">
            <a:extLst>
              <a:ext uri="{FF2B5EF4-FFF2-40B4-BE49-F238E27FC236}">
                <a16:creationId xmlns:a16="http://schemas.microsoft.com/office/drawing/2014/main" id="{0E1F9FBA-ECF2-2431-22C4-EABF75DE903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599267" y="6321073"/>
            <a:ext cx="8720668" cy="527401"/>
          </a:xfrm>
        </p:spPr>
        <p:txBody>
          <a:bodyPr anchor="ctr">
            <a:normAutofit/>
          </a:bodyPr>
          <a:lstStyle>
            <a:lvl1pPr marL="0" indent="0" algn="r">
              <a:spcBef>
                <a:spcPts val="0"/>
              </a:spcBef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SOURCE:</a:t>
            </a: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092CEE53-6B06-3DF0-2825-58B0ADC2560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1000" y="-9059"/>
            <a:ext cx="11430000" cy="199559"/>
          </a:xfrm>
          <a:noFill/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000" b="0" cap="all" baseline="0">
                <a:solidFill>
                  <a:schemeClr val="tx1"/>
                </a:solidFill>
                <a:latin typeface="+mn-lt"/>
              </a:defRPr>
            </a:lvl1pPr>
            <a:lvl2pPr marL="166687" indent="0">
              <a:buFont typeface="Arial" panose="020B0604020202020204" pitchFamily="34" charset="0"/>
              <a:buNone/>
              <a:defRPr/>
            </a:lvl2pPr>
            <a:lvl3pPr marL="347662" indent="0">
              <a:buFont typeface="Arial" panose="020B0604020202020204" pitchFamily="34" charset="0"/>
              <a:buNone/>
              <a:defRPr/>
            </a:lvl3pPr>
            <a:lvl4pPr marL="512762" indent="0">
              <a:buFont typeface="Arial" panose="020B0604020202020204" pitchFamily="34" charset="0"/>
              <a:buNone/>
              <a:defRPr/>
            </a:lvl4pPr>
            <a:lvl5pPr marL="746125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/>
              <a:t>SECTION HEADER</a:t>
            </a:r>
          </a:p>
        </p:txBody>
      </p:sp>
    </p:spTree>
    <p:extLst>
      <p:ext uri="{BB962C8B-B14F-4D97-AF65-F5344CB8AC3E}">
        <p14:creationId xmlns:p14="http://schemas.microsoft.com/office/powerpoint/2010/main" val="2177566756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1. Right Visual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hink-cell data - do not delete" hidden="1">
            <a:extLst>
              <a:ext uri="{FF2B5EF4-FFF2-40B4-BE49-F238E27FC236}">
                <a16:creationId xmlns:a16="http://schemas.microsoft.com/office/drawing/2014/main" id="{514A41B0-BD59-812A-DF96-5E46C890D8CB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58322681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84" imgH="486" progId="TCLayout.ActiveDocument.1">
                  <p:embed/>
                </p:oleObj>
              </mc:Choice>
              <mc:Fallback>
                <p:oleObj name="think-cell Slide" r:id="rId3" imgW="484" imgH="486" progId="TCLayout.ActiveDocument.1">
                  <p:embed/>
                  <p:pic>
                    <p:nvPicPr>
                      <p:cNvPr id="9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514A41B0-BD59-812A-DF96-5E46C890D8C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4900082" y="1221104"/>
            <a:ext cx="6910918" cy="5102352"/>
          </a:xfrm>
        </p:spPr>
        <p:txBody>
          <a:bodyPr anchor="ctr"/>
          <a:lstStyle>
            <a:lvl1pPr marL="0" indent="0">
              <a:buNone/>
              <a:defRPr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on icon to add visual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5"/>
          </p:nvPr>
        </p:nvSpPr>
        <p:spPr>
          <a:xfrm>
            <a:off x="381000" y="1221104"/>
            <a:ext cx="4513793" cy="5102352"/>
          </a:xfrm>
        </p:spPr>
        <p:txBody>
          <a:bodyPr>
            <a:normAutofit/>
          </a:bodyPr>
          <a:lstStyle>
            <a:lvl1pPr marL="0" indent="0">
              <a:buFont typeface="Wingdings" panose="05000000000000000000" pitchFamily="2" charset="2"/>
              <a:buNone/>
              <a:defRPr sz="1600">
                <a:latin typeface="Arial Narrow" panose="020B0606020202030204" pitchFamily="34" charset="0"/>
              </a:defRPr>
            </a:lvl1pPr>
            <a:lvl2pPr>
              <a:defRPr sz="1600">
                <a:latin typeface="Arial Narrow" panose="020B0606020202030204" pitchFamily="34" charset="0"/>
              </a:defRPr>
            </a:lvl2pPr>
            <a:lvl3pPr>
              <a:defRPr sz="1600">
                <a:latin typeface="Arial Narrow" panose="020B0606020202030204" pitchFamily="34" charset="0"/>
              </a:defRPr>
            </a:lvl3pPr>
            <a:lvl4pPr>
              <a:defRPr sz="1600">
                <a:latin typeface="Arial Narrow" panose="020B0606020202030204" pitchFamily="34" charset="0"/>
              </a:defRPr>
            </a:lvl4pPr>
            <a:lvl5pPr>
              <a:defRPr sz="1600">
                <a:latin typeface="Arial Narrow" panose="020B0606020202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67C60F5-D261-EE9C-4383-ADAFB6CFA7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206103"/>
            <a:ext cx="11429999" cy="89774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19">
            <a:extLst>
              <a:ext uri="{FF2B5EF4-FFF2-40B4-BE49-F238E27FC236}">
                <a16:creationId xmlns:a16="http://schemas.microsoft.com/office/drawing/2014/main" id="{30B7099F-9603-A0EB-C825-E87B154E999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599267" y="6321073"/>
            <a:ext cx="8720668" cy="527401"/>
          </a:xfrm>
        </p:spPr>
        <p:txBody>
          <a:bodyPr anchor="ctr">
            <a:normAutofit/>
          </a:bodyPr>
          <a:lstStyle>
            <a:lvl1pPr marL="0" indent="0" algn="r">
              <a:spcBef>
                <a:spcPts val="0"/>
              </a:spcBef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SOURCE:</a:t>
            </a: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FA889DF2-543F-C050-041A-BBC1FE00473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1000" y="-9059"/>
            <a:ext cx="11430000" cy="199559"/>
          </a:xfrm>
          <a:noFill/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000" b="0" cap="all" baseline="0">
                <a:solidFill>
                  <a:schemeClr val="tx1"/>
                </a:solidFill>
                <a:latin typeface="+mn-lt"/>
              </a:defRPr>
            </a:lvl1pPr>
            <a:lvl2pPr marL="166687" indent="0">
              <a:buFont typeface="Arial" panose="020B0604020202020204" pitchFamily="34" charset="0"/>
              <a:buNone/>
              <a:defRPr/>
            </a:lvl2pPr>
            <a:lvl3pPr marL="347662" indent="0">
              <a:buFont typeface="Arial" panose="020B0604020202020204" pitchFamily="34" charset="0"/>
              <a:buNone/>
              <a:defRPr/>
            </a:lvl3pPr>
            <a:lvl4pPr marL="512762" indent="0">
              <a:buFont typeface="Arial" panose="020B0604020202020204" pitchFamily="34" charset="0"/>
              <a:buNone/>
              <a:defRPr/>
            </a:lvl4pPr>
            <a:lvl5pPr marL="746125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/>
              <a:t>SECTION HEADER</a:t>
            </a:r>
          </a:p>
        </p:txBody>
      </p:sp>
    </p:spTree>
    <p:extLst>
      <p:ext uri="{BB962C8B-B14F-4D97-AF65-F5344CB8AC3E}">
        <p14:creationId xmlns:p14="http://schemas.microsoft.com/office/powerpoint/2010/main" val="4090998384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2. Left Content with Cap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0BDEE4C7-9AE5-4C04-E4D1-AA58787CE981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57724651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60" imgH="360" progId="TCLayout.ActiveDocument.1">
                  <p:embed/>
                </p:oleObj>
              </mc:Choice>
              <mc:Fallback>
                <p:oleObj name="think-cell Slide" r:id="rId3" imgW="360" imgH="360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0BDEE4C7-9AE5-4C04-E4D1-AA58787CE98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806D00DC-2D9E-DCC3-6056-58D22783210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20725" y="0"/>
            <a:ext cx="2771275" cy="6858000"/>
          </a:xfrm>
          <a:prstGeom prst="rect">
            <a:avLst/>
          </a:prstGeom>
        </p:spPr>
      </p:pic>
      <p:sp>
        <p:nvSpPr>
          <p:cNvPr id="7" name="Text Placeholder 9">
            <a:extLst>
              <a:ext uri="{FF2B5EF4-FFF2-40B4-BE49-F238E27FC236}">
                <a16:creationId xmlns:a16="http://schemas.microsoft.com/office/drawing/2014/main" id="{0CE5BF59-C2F3-39A1-C215-5FCC86C65F4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653589" y="565249"/>
            <a:ext cx="2157412" cy="552376"/>
          </a:xfrm>
        </p:spPr>
        <p:txBody>
          <a:bodyPr anchor="b">
            <a:noAutofit/>
          </a:bodyPr>
          <a:lstStyle>
            <a:lvl1pPr marL="0" indent="0">
              <a:buNone/>
              <a:defRPr sz="1800" b="1" cap="all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1">
            <a:extLst>
              <a:ext uri="{FF2B5EF4-FFF2-40B4-BE49-F238E27FC236}">
                <a16:creationId xmlns:a16="http://schemas.microsoft.com/office/drawing/2014/main" id="{71857D0B-F20B-E821-D1E2-943E5B25DC2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9653589" y="1214437"/>
            <a:ext cx="2157412" cy="5102352"/>
          </a:xfrm>
        </p:spPr>
        <p:txBody>
          <a:bodyPr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itle Placeholder 1">
            <a:extLst>
              <a:ext uri="{FF2B5EF4-FFF2-40B4-BE49-F238E27FC236}">
                <a16:creationId xmlns:a16="http://schemas.microsoft.com/office/drawing/2014/main" id="{D2710282-D2C6-E90D-6043-0A378BB3A1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206103"/>
            <a:ext cx="8705850" cy="89774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38C928CC-0EB0-EABA-BE2C-AF9A4EDE4B03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380999" y="1218888"/>
            <a:ext cx="8705849" cy="5102352"/>
          </a:xfrm>
        </p:spPr>
        <p:txBody>
          <a:bodyPr anchor="ctr"/>
          <a:lstStyle>
            <a:lvl1pPr marL="0" indent="0">
              <a:buNone/>
              <a:defRPr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on icon to add visual</a:t>
            </a:r>
          </a:p>
        </p:txBody>
      </p:sp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A4D78ADF-DDDA-04CC-1FA5-5F63D3A894F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1000" y="-9059"/>
            <a:ext cx="11430000" cy="199559"/>
          </a:xfrm>
          <a:noFill/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000" b="0" cap="all" baseline="0">
                <a:solidFill>
                  <a:schemeClr val="tx1"/>
                </a:solidFill>
                <a:latin typeface="+mn-lt"/>
              </a:defRPr>
            </a:lvl1pPr>
            <a:lvl2pPr marL="166687" indent="0">
              <a:buFont typeface="Arial" panose="020B0604020202020204" pitchFamily="34" charset="0"/>
              <a:buNone/>
              <a:defRPr/>
            </a:lvl2pPr>
            <a:lvl3pPr marL="347662" indent="0">
              <a:buFont typeface="Arial" panose="020B0604020202020204" pitchFamily="34" charset="0"/>
              <a:buNone/>
              <a:defRPr/>
            </a:lvl3pPr>
            <a:lvl4pPr marL="512762" indent="0">
              <a:buFont typeface="Arial" panose="020B0604020202020204" pitchFamily="34" charset="0"/>
              <a:buNone/>
              <a:defRPr/>
            </a:lvl4pPr>
            <a:lvl5pPr marL="746125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/>
              <a:t>SECTION HEADER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5C6D0F3E-ED74-23F2-CC5D-DF431B946920}"/>
              </a:ext>
            </a:extLst>
          </p:cNvPr>
          <p:cNvCxnSpPr>
            <a:cxnSpLocks/>
          </p:cNvCxnSpPr>
          <p:nvPr/>
        </p:nvCxnSpPr>
        <p:spPr>
          <a:xfrm>
            <a:off x="381000" y="6322387"/>
            <a:ext cx="8705850" cy="506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40B664C-CCA5-348F-B9A2-748E25D0781C}"/>
              </a:ext>
            </a:extLst>
          </p:cNvPr>
          <p:cNvCxnSpPr>
            <a:cxnSpLocks/>
          </p:cNvCxnSpPr>
          <p:nvPr/>
        </p:nvCxnSpPr>
        <p:spPr>
          <a:xfrm>
            <a:off x="381000" y="1112556"/>
            <a:ext cx="870584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E83BC86-40AE-D7AD-7C72-5CCDE633363A}"/>
              </a:ext>
            </a:extLst>
          </p:cNvPr>
          <p:cNvCxnSpPr>
            <a:cxnSpLocks/>
          </p:cNvCxnSpPr>
          <p:nvPr/>
        </p:nvCxnSpPr>
        <p:spPr>
          <a:xfrm>
            <a:off x="381000" y="1112556"/>
            <a:ext cx="870584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F0B3C98-E550-5169-DDA6-587E8D47DCB8}"/>
              </a:ext>
            </a:extLst>
          </p:cNvPr>
          <p:cNvCxnSpPr>
            <a:cxnSpLocks/>
          </p:cNvCxnSpPr>
          <p:nvPr userDrawn="1"/>
        </p:nvCxnSpPr>
        <p:spPr>
          <a:xfrm>
            <a:off x="381000" y="1112556"/>
            <a:ext cx="870584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11">
            <a:extLst>
              <a:ext uri="{FF2B5EF4-FFF2-40B4-BE49-F238E27FC236}">
                <a16:creationId xmlns:a16="http://schemas.microsoft.com/office/drawing/2014/main" id="{6F2C9910-B633-28C7-93F1-DEE69305FA93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77889" y="6415356"/>
            <a:ext cx="1760924" cy="2630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1304973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3_Blank with Li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F5B21452-9931-48CD-A9D9-2C40EF93206D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69393418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7" imgW="306" imgH="306" progId="TCLayout.ActiveDocument.1">
                  <p:embed/>
                </p:oleObj>
              </mc:Choice>
              <mc:Fallback>
                <p:oleObj name="think-cell Slide" r:id="rId7" imgW="306" imgH="306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F5B21452-9931-48CD-A9D9-2C40EF93206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FAF933E9-ABEB-41C9-AAF3-01C5D4007816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1289983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9" imgW="306" imgH="306" progId="TCLayout.ActiveDocument.1">
                  <p:embed/>
                </p:oleObj>
              </mc:Choice>
              <mc:Fallback>
                <p:oleObj name="think-cell Slide" r:id="rId9" imgW="306" imgH="306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FAF933E9-ABEB-41C9-AAF3-01C5D400781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9A8E90A1-F986-088E-6747-35064F306B4B}"/>
              </a:ext>
            </a:extLst>
          </p:cNvPr>
          <p:cNvGraphicFramePr>
            <a:graphicFrameLocks noChangeAspect="1"/>
          </p:cNvGraphicFramePr>
          <p:nvPr>
            <p:custDataLst>
              <p:tags r:id="rId3"/>
            </p:custDataLst>
            <p:extLst>
              <p:ext uri="{D42A27DB-BD31-4B8C-83A1-F6EECF244321}">
                <p14:modId xmlns:p14="http://schemas.microsoft.com/office/powerpoint/2010/main" val="11289983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9" imgW="306" imgH="306" progId="TCLayout.ActiveDocument.1">
                  <p:embed/>
                </p:oleObj>
              </mc:Choice>
              <mc:Fallback>
                <p:oleObj name="think-cell Slide" r:id="rId9" imgW="306" imgH="306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9A8E90A1-F986-088E-6747-35064F306B4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D1F453ED-F639-4DFF-09D2-A06357420991}"/>
              </a:ext>
            </a:extLst>
          </p:cNvPr>
          <p:cNvGraphicFramePr>
            <a:graphicFrameLocks noChangeAspect="1"/>
          </p:cNvGraphicFramePr>
          <p:nvPr>
            <p:custDataLst>
              <p:tags r:id="rId4"/>
            </p:custDataLst>
            <p:extLst>
              <p:ext uri="{D42A27DB-BD31-4B8C-83A1-F6EECF244321}">
                <p14:modId xmlns:p14="http://schemas.microsoft.com/office/powerpoint/2010/main" val="11289983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9" imgW="306" imgH="306" progId="TCLayout.ActiveDocument.1">
                  <p:embed/>
                </p:oleObj>
              </mc:Choice>
              <mc:Fallback>
                <p:oleObj name="think-cell Slide" r:id="rId9" imgW="306" imgH="30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D1F453ED-F639-4DFF-09D2-A0635742099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5FBD4EC2-0298-5DFE-707B-1A41BB1AC67C}"/>
              </a:ext>
            </a:extLst>
          </p:cNvPr>
          <p:cNvGraphicFramePr>
            <a:graphicFrameLocks noChangeAspect="1"/>
          </p:cNvGraphicFramePr>
          <p:nvPr>
            <p:custDataLst>
              <p:tags r:id="rId5"/>
            </p:custDataLst>
            <p:extLst>
              <p:ext uri="{D42A27DB-BD31-4B8C-83A1-F6EECF244321}">
                <p14:modId xmlns:p14="http://schemas.microsoft.com/office/powerpoint/2010/main" val="11289983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9" imgW="306" imgH="306" progId="TCLayout.ActiveDocument.1">
                  <p:embed/>
                </p:oleObj>
              </mc:Choice>
              <mc:Fallback>
                <p:oleObj name="think-cell Slide" r:id="rId9" imgW="306" imgH="306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5FBD4EC2-0298-5DFE-707B-1A41BB1AC67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940608868"/>
      </p:ext>
    </p:extLst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6_Divider Primary (Print Optimized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0BDEE4C7-9AE5-4C04-E4D1-AA58787CE981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86167102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60" imgH="360" progId="TCLayout.ActiveDocument.1">
                  <p:embed/>
                </p:oleObj>
              </mc:Choice>
              <mc:Fallback>
                <p:oleObj name="think-cell Slide" r:id="rId3" imgW="360" imgH="360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0BDEE4C7-9AE5-4C04-E4D1-AA58787CE98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9" name="Picture 8">
            <a:extLst>
              <a:ext uri="{FF2B5EF4-FFF2-40B4-BE49-F238E27FC236}">
                <a16:creationId xmlns:a16="http://schemas.microsoft.com/office/drawing/2014/main" id="{5BEE2715-F3B7-9C8D-51DF-4221BE1E963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570099" y="6222066"/>
            <a:ext cx="2268157" cy="338806"/>
          </a:xfrm>
          <a:prstGeom prst="rect">
            <a:avLst/>
          </a:prstGeom>
        </p:spPr>
      </p:pic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C4CA0B1-1002-3FEB-D918-E11D3AC2E99E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81000" y="190500"/>
            <a:ext cx="11430000" cy="61341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03316412"/>
      </p:ext>
    </p:extLst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4_Divider Pri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0BDEE4C7-9AE5-4C04-E4D1-AA58787CE981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0598872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60" imgH="360" progId="TCLayout.ActiveDocument.1">
                  <p:embed/>
                </p:oleObj>
              </mc:Choice>
              <mc:Fallback>
                <p:oleObj name="think-cell Slide" r:id="rId3" imgW="360" imgH="360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0BDEE4C7-9AE5-4C04-E4D1-AA58787CE98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" name="Picture 3">
            <a:extLst>
              <a:ext uri="{FF2B5EF4-FFF2-40B4-BE49-F238E27FC236}">
                <a16:creationId xmlns:a16="http://schemas.microsoft.com/office/drawing/2014/main" id="{1177E82D-133F-7412-4101-B48BC3B69EF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1"/>
            <a:ext cx="12192000" cy="685799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7852" y="2502568"/>
            <a:ext cx="10977722" cy="1462942"/>
          </a:xfrm>
        </p:spPr>
        <p:txBody>
          <a:bodyPr vert="horz" anchor="b">
            <a:normAutofit/>
          </a:bodyPr>
          <a:lstStyle>
            <a:lvl1pPr>
              <a:defRPr sz="4000" b="1" cap="all" baseline="0">
                <a:solidFill>
                  <a:schemeClr val="accent2"/>
                </a:solidFill>
              </a:defRPr>
            </a:lvl1pPr>
          </a:lstStyle>
          <a:p>
            <a:r>
              <a:rPr lang="en-US"/>
              <a:t>Section header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607851" y="4011954"/>
            <a:ext cx="10977723" cy="1487042"/>
          </a:xfrm>
        </p:spPr>
        <p:txBody>
          <a:bodyPr/>
          <a:lstStyle>
            <a:lvl1pPr marL="0" indent="0">
              <a:buNone/>
              <a:defRPr sz="2400" b="1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Subtitle (optional)</a:t>
            </a:r>
          </a:p>
        </p:txBody>
      </p:sp>
      <p:pic>
        <p:nvPicPr>
          <p:cNvPr id="9" name="Picture 8" descr="A picture containing font, text, graphics, graphic design&#10;&#10;Description automatically generated">
            <a:extLst>
              <a:ext uri="{FF2B5EF4-FFF2-40B4-BE49-F238E27FC236}">
                <a16:creationId xmlns:a16="http://schemas.microsoft.com/office/drawing/2014/main" id="{5BEE2715-F3B7-9C8D-51DF-4221BE1E963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70099" y="6222066"/>
            <a:ext cx="2268158" cy="338806"/>
          </a:xfrm>
          <a:prstGeom prst="rect">
            <a:avLst/>
          </a:prstGeom>
        </p:spPr>
      </p:pic>
      <p:pic>
        <p:nvPicPr>
          <p:cNvPr id="6" name="Picture 15">
            <a:extLst>
              <a:ext uri="{FF2B5EF4-FFF2-40B4-BE49-F238E27FC236}">
                <a16:creationId xmlns:a16="http://schemas.microsoft.com/office/drawing/2014/main" id="{FEB97B4D-D4B2-A1A3-8C8B-97DF7F6558F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 rot="5400000">
            <a:off x="154477" y="3312904"/>
            <a:ext cx="540464" cy="540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69713"/>
      </p:ext>
    </p:extLst>
  </p:cSld>
  <p:clrMapOvr>
    <a:masterClrMapping/>
  </p:clrMapOvr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5_Divider Primary (Print Optimized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0BDEE4C7-9AE5-4C04-E4D1-AA58787CE981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86617522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60" imgH="360" progId="TCLayout.ActiveDocument.1">
                  <p:embed/>
                </p:oleObj>
              </mc:Choice>
              <mc:Fallback>
                <p:oleObj name="think-cell Slide" r:id="rId3" imgW="360" imgH="360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0BDEE4C7-9AE5-4C04-E4D1-AA58787CE98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7852" y="2502568"/>
            <a:ext cx="10977722" cy="1462942"/>
          </a:xfrm>
        </p:spPr>
        <p:txBody>
          <a:bodyPr vert="horz" anchor="b">
            <a:normAutofit/>
          </a:bodyPr>
          <a:lstStyle>
            <a:lvl1pPr>
              <a:defRPr sz="4000" b="1" cap="all" baseline="0">
                <a:solidFill>
                  <a:schemeClr val="accent2"/>
                </a:solidFill>
              </a:defRPr>
            </a:lvl1pPr>
          </a:lstStyle>
          <a:p>
            <a:r>
              <a:rPr lang="en-US"/>
              <a:t>Section header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607851" y="4011954"/>
            <a:ext cx="10977723" cy="1487042"/>
          </a:xfrm>
        </p:spPr>
        <p:txBody>
          <a:bodyPr/>
          <a:lstStyle>
            <a:lvl1pPr marL="0" indent="0">
              <a:buNone/>
              <a:defRPr sz="2400" b="1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Subtitle (optional)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BEE2715-F3B7-9C8D-51DF-4221BE1E963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570099" y="6222066"/>
            <a:ext cx="2268157" cy="338806"/>
          </a:xfrm>
          <a:prstGeom prst="rect">
            <a:avLst/>
          </a:prstGeom>
        </p:spPr>
      </p:pic>
      <p:pic>
        <p:nvPicPr>
          <p:cNvPr id="6" name="Picture 15">
            <a:extLst>
              <a:ext uri="{FF2B5EF4-FFF2-40B4-BE49-F238E27FC236}">
                <a16:creationId xmlns:a16="http://schemas.microsoft.com/office/drawing/2014/main" id="{FEB97B4D-D4B2-A1A3-8C8B-97DF7F6558F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 rot="5400000">
            <a:off x="154477" y="3312904"/>
            <a:ext cx="540464" cy="540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5191875"/>
      </p:ext>
    </p:extLst>
  </p:cSld>
  <p:clrMapOvr>
    <a:masterClrMapping/>
  </p:clrMapOvr>
  <p:hf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6_Divider O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0BDEE4C7-9AE5-4C04-E4D1-AA58787CE981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01939489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60" imgH="360" progId="TCLayout.ActiveDocument.1">
                  <p:embed/>
                </p:oleObj>
              </mc:Choice>
              <mc:Fallback>
                <p:oleObj name="think-cell Slide" r:id="rId3" imgW="360" imgH="360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0BDEE4C7-9AE5-4C04-E4D1-AA58787CE98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F7F6302D-B8EE-1278-0C4F-0CE84114199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" r="5"/>
          <a:stretch/>
        </p:blipFill>
        <p:spPr>
          <a:xfrm>
            <a:off x="0" y="-1"/>
            <a:ext cx="12192000" cy="6858001"/>
          </a:xfrm>
          <a:prstGeom prst="rect">
            <a:avLst/>
          </a:prstGeom>
        </p:spPr>
      </p:pic>
      <p:pic>
        <p:nvPicPr>
          <p:cNvPr id="8" name="Picture 7" descr="A picture containing blue, screenshot, electric blue, blur&#10;&#10;Description automatically generated">
            <a:extLst>
              <a:ext uri="{FF2B5EF4-FFF2-40B4-BE49-F238E27FC236}">
                <a16:creationId xmlns:a16="http://schemas.microsoft.com/office/drawing/2014/main" id="{6E03FF4D-4D5B-847E-E068-949FD36B60DF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t="2062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7852" y="2502568"/>
            <a:ext cx="10977722" cy="1462942"/>
          </a:xfrm>
        </p:spPr>
        <p:txBody>
          <a:bodyPr vert="horz" anchor="b">
            <a:normAutofit/>
          </a:bodyPr>
          <a:lstStyle>
            <a:lvl1pPr>
              <a:defRPr sz="4000" b="1" cap="all" baseline="0">
                <a:solidFill>
                  <a:schemeClr val="accent2"/>
                </a:solidFill>
              </a:defRPr>
            </a:lvl1pPr>
          </a:lstStyle>
          <a:p>
            <a:r>
              <a:rPr lang="en-US"/>
              <a:t>Section header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607851" y="4011954"/>
            <a:ext cx="10977723" cy="1487042"/>
          </a:xfrm>
        </p:spPr>
        <p:txBody>
          <a:bodyPr/>
          <a:lstStyle>
            <a:lvl1pPr marL="0" indent="0">
              <a:buNone/>
              <a:defRPr sz="2400" b="1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Subtitle (optional)</a:t>
            </a:r>
          </a:p>
        </p:txBody>
      </p:sp>
      <p:pic>
        <p:nvPicPr>
          <p:cNvPr id="9" name="Picture 8" descr="A picture containing font, text, graphics, graphic design&#10;&#10;Description automatically generated">
            <a:extLst>
              <a:ext uri="{FF2B5EF4-FFF2-40B4-BE49-F238E27FC236}">
                <a16:creationId xmlns:a16="http://schemas.microsoft.com/office/drawing/2014/main" id="{5BEE2715-F3B7-9C8D-51DF-4221BE1E963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70099" y="6222066"/>
            <a:ext cx="2268158" cy="338806"/>
          </a:xfrm>
          <a:prstGeom prst="rect">
            <a:avLst/>
          </a:prstGeom>
        </p:spPr>
      </p:pic>
      <p:pic>
        <p:nvPicPr>
          <p:cNvPr id="4" name="Picture 15">
            <a:extLst>
              <a:ext uri="{FF2B5EF4-FFF2-40B4-BE49-F238E27FC236}">
                <a16:creationId xmlns:a16="http://schemas.microsoft.com/office/drawing/2014/main" id="{3525ECB4-0E52-B934-51A0-BC6425F642B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/>
        </p:blipFill>
        <p:spPr>
          <a:xfrm rot="5400000">
            <a:off x="154477" y="3312904"/>
            <a:ext cx="540464" cy="540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0382901"/>
      </p:ext>
    </p:extLst>
  </p:cSld>
  <p:clrMapOvr>
    <a:masterClrMapping/>
  </p:clrMapOvr>
  <p:hf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7_Divider O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0BDEE4C7-9AE5-4C04-E4D1-AA58787CE981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43480973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60" imgH="360" progId="TCLayout.ActiveDocument.1">
                  <p:embed/>
                </p:oleObj>
              </mc:Choice>
              <mc:Fallback>
                <p:oleObj name="think-cell Slide" r:id="rId3" imgW="360" imgH="360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0BDEE4C7-9AE5-4C04-E4D1-AA58787CE98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881CEB6B-800F-1743-4149-8AAA92B9A04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25" b="2625"/>
          <a:stretch/>
        </p:blipFill>
        <p:spPr>
          <a:xfrm>
            <a:off x="608" y="0"/>
            <a:ext cx="12191392" cy="6858000"/>
          </a:xfrm>
          <a:prstGeom prst="rect">
            <a:avLst/>
          </a:prstGeom>
        </p:spPr>
      </p:pic>
      <p:pic>
        <p:nvPicPr>
          <p:cNvPr id="8" name="Picture 7" descr="A picture containing blue, screenshot, electric blue, blur&#10;&#10;Description automatically generated">
            <a:extLst>
              <a:ext uri="{FF2B5EF4-FFF2-40B4-BE49-F238E27FC236}">
                <a16:creationId xmlns:a16="http://schemas.microsoft.com/office/drawing/2014/main" id="{6E03FF4D-4D5B-847E-E068-949FD36B60DF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t="2062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7852" y="2502568"/>
            <a:ext cx="10977722" cy="1462942"/>
          </a:xfrm>
        </p:spPr>
        <p:txBody>
          <a:bodyPr vert="horz" anchor="b">
            <a:normAutofit/>
          </a:bodyPr>
          <a:lstStyle>
            <a:lvl1pPr>
              <a:defRPr sz="4000" b="1" cap="all" baseline="0">
                <a:solidFill>
                  <a:schemeClr val="accent2"/>
                </a:solidFill>
              </a:defRPr>
            </a:lvl1pPr>
          </a:lstStyle>
          <a:p>
            <a:r>
              <a:rPr lang="en-US"/>
              <a:t>Section header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607851" y="4011954"/>
            <a:ext cx="10977723" cy="1487042"/>
          </a:xfrm>
        </p:spPr>
        <p:txBody>
          <a:bodyPr/>
          <a:lstStyle>
            <a:lvl1pPr marL="0" indent="0">
              <a:buNone/>
              <a:defRPr sz="2400" b="1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Subtitle (optional)</a:t>
            </a:r>
          </a:p>
        </p:txBody>
      </p:sp>
      <p:pic>
        <p:nvPicPr>
          <p:cNvPr id="9" name="Picture 8" descr="A picture containing font, text, graphics, graphic design&#10;&#10;Description automatically generated">
            <a:extLst>
              <a:ext uri="{FF2B5EF4-FFF2-40B4-BE49-F238E27FC236}">
                <a16:creationId xmlns:a16="http://schemas.microsoft.com/office/drawing/2014/main" id="{5BEE2715-F3B7-9C8D-51DF-4221BE1E963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70099" y="6222066"/>
            <a:ext cx="2268158" cy="338806"/>
          </a:xfrm>
          <a:prstGeom prst="rect">
            <a:avLst/>
          </a:prstGeom>
        </p:spPr>
      </p:pic>
      <p:pic>
        <p:nvPicPr>
          <p:cNvPr id="4" name="Picture 15">
            <a:extLst>
              <a:ext uri="{FF2B5EF4-FFF2-40B4-BE49-F238E27FC236}">
                <a16:creationId xmlns:a16="http://schemas.microsoft.com/office/drawing/2014/main" id="{A83216D2-1BB3-AAA9-CBD3-C1E0CC72738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/>
        </p:blipFill>
        <p:spPr>
          <a:xfrm rot="5400000">
            <a:off x="154477" y="3312904"/>
            <a:ext cx="540464" cy="540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3441111"/>
      </p:ext>
    </p:extLst>
  </p:cSld>
  <p:clrMapOvr>
    <a:masterClrMapping/>
  </p:clrMapOvr>
  <p:hf hdr="0" ft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8_Divider O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0BDEE4C7-9AE5-4C04-E4D1-AA58787CE981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8985635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60" imgH="360" progId="TCLayout.ActiveDocument.1">
                  <p:embed/>
                </p:oleObj>
              </mc:Choice>
              <mc:Fallback>
                <p:oleObj name="think-cell Slide" r:id="rId3" imgW="360" imgH="360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0BDEE4C7-9AE5-4C04-E4D1-AA58787CE98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" name="Picture 3">
            <a:extLst>
              <a:ext uri="{FF2B5EF4-FFF2-40B4-BE49-F238E27FC236}">
                <a16:creationId xmlns:a16="http://schemas.microsoft.com/office/drawing/2014/main" id="{FA932061-6A09-7471-31C4-E4A11CEC09A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408" b="5408"/>
          <a:stretch/>
        </p:blipFill>
        <p:spPr>
          <a:xfrm>
            <a:off x="-1708" y="0"/>
            <a:ext cx="12193708" cy="6858000"/>
          </a:xfrm>
          <a:prstGeom prst="rect">
            <a:avLst/>
          </a:prstGeom>
        </p:spPr>
      </p:pic>
      <p:pic>
        <p:nvPicPr>
          <p:cNvPr id="8" name="Picture 7" descr="A picture containing blue, screenshot, electric blue, blur&#10;&#10;Description automatically generated">
            <a:extLst>
              <a:ext uri="{FF2B5EF4-FFF2-40B4-BE49-F238E27FC236}">
                <a16:creationId xmlns:a16="http://schemas.microsoft.com/office/drawing/2014/main" id="{6E03FF4D-4D5B-847E-E068-949FD36B60DF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t="2062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7852" y="2502568"/>
            <a:ext cx="10977722" cy="1462942"/>
          </a:xfrm>
        </p:spPr>
        <p:txBody>
          <a:bodyPr vert="horz" anchor="b">
            <a:normAutofit/>
          </a:bodyPr>
          <a:lstStyle>
            <a:lvl1pPr>
              <a:defRPr sz="4000" b="1" cap="all" baseline="0">
                <a:solidFill>
                  <a:schemeClr val="accent2"/>
                </a:solidFill>
              </a:defRPr>
            </a:lvl1pPr>
          </a:lstStyle>
          <a:p>
            <a:r>
              <a:rPr lang="en-US"/>
              <a:t>Section header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607851" y="4011954"/>
            <a:ext cx="10977723" cy="1487042"/>
          </a:xfrm>
        </p:spPr>
        <p:txBody>
          <a:bodyPr/>
          <a:lstStyle>
            <a:lvl1pPr marL="0" indent="0">
              <a:buNone/>
              <a:defRPr sz="2400" b="1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Subtitle (optional)</a:t>
            </a:r>
          </a:p>
        </p:txBody>
      </p:sp>
      <p:pic>
        <p:nvPicPr>
          <p:cNvPr id="9" name="Picture 8" descr="A picture containing font, text, graphics, graphic design&#10;&#10;Description automatically generated">
            <a:extLst>
              <a:ext uri="{FF2B5EF4-FFF2-40B4-BE49-F238E27FC236}">
                <a16:creationId xmlns:a16="http://schemas.microsoft.com/office/drawing/2014/main" id="{5BEE2715-F3B7-9C8D-51DF-4221BE1E963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70099" y="6222066"/>
            <a:ext cx="2268158" cy="338806"/>
          </a:xfrm>
          <a:prstGeom prst="rect">
            <a:avLst/>
          </a:prstGeom>
        </p:spPr>
      </p:pic>
      <p:pic>
        <p:nvPicPr>
          <p:cNvPr id="6" name="Picture 15">
            <a:extLst>
              <a:ext uri="{FF2B5EF4-FFF2-40B4-BE49-F238E27FC236}">
                <a16:creationId xmlns:a16="http://schemas.microsoft.com/office/drawing/2014/main" id="{9B4ABBB3-846F-0C27-2723-4495DBEF284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/>
        </p:blipFill>
        <p:spPr>
          <a:xfrm rot="5400000">
            <a:off x="154477" y="3312904"/>
            <a:ext cx="540464" cy="540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3863073"/>
      </p:ext>
    </p:extLst>
  </p:cSld>
  <p:clrMapOvr>
    <a:masterClrMapping/>
  </p:clrMapOvr>
  <p:hf hdr="0" ft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9_Divider O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0BDEE4C7-9AE5-4C04-E4D1-AA58787CE981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54895087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60" imgH="360" progId="TCLayout.ActiveDocument.1">
                  <p:embed/>
                </p:oleObj>
              </mc:Choice>
              <mc:Fallback>
                <p:oleObj name="think-cell Slide" r:id="rId3" imgW="360" imgH="360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0BDEE4C7-9AE5-4C04-E4D1-AA58787CE98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" name="Picture 3">
            <a:extLst>
              <a:ext uri="{FF2B5EF4-FFF2-40B4-BE49-F238E27FC236}">
                <a16:creationId xmlns:a16="http://schemas.microsoft.com/office/drawing/2014/main" id="{8586330D-046E-2B95-720A-3F55451F0BA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12" b="7812"/>
          <a:stretch/>
        </p:blipFill>
        <p:spPr>
          <a:xfrm>
            <a:off x="1" y="-1"/>
            <a:ext cx="12191999" cy="6858001"/>
          </a:xfrm>
          <a:prstGeom prst="rect">
            <a:avLst/>
          </a:prstGeom>
        </p:spPr>
      </p:pic>
      <p:pic>
        <p:nvPicPr>
          <p:cNvPr id="8" name="Picture 7" descr="A picture containing blue, screenshot, electric blue, blur&#10;&#10;Description automatically generated">
            <a:extLst>
              <a:ext uri="{FF2B5EF4-FFF2-40B4-BE49-F238E27FC236}">
                <a16:creationId xmlns:a16="http://schemas.microsoft.com/office/drawing/2014/main" id="{6E03FF4D-4D5B-847E-E068-949FD36B60DF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t="2062"/>
          <a:stretch/>
        </p:blipFill>
        <p:spPr>
          <a:xfrm>
            <a:off x="-1" y="-1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7852" y="2502568"/>
            <a:ext cx="10977722" cy="1462942"/>
          </a:xfrm>
        </p:spPr>
        <p:txBody>
          <a:bodyPr vert="horz" anchor="b">
            <a:normAutofit/>
          </a:bodyPr>
          <a:lstStyle>
            <a:lvl1pPr>
              <a:defRPr sz="4000" b="1" cap="all" baseline="0">
                <a:solidFill>
                  <a:schemeClr val="accent2"/>
                </a:solidFill>
              </a:defRPr>
            </a:lvl1pPr>
          </a:lstStyle>
          <a:p>
            <a:r>
              <a:rPr lang="en-US"/>
              <a:t>Section header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607851" y="4011954"/>
            <a:ext cx="10977723" cy="1487042"/>
          </a:xfrm>
        </p:spPr>
        <p:txBody>
          <a:bodyPr/>
          <a:lstStyle>
            <a:lvl1pPr marL="0" indent="0">
              <a:buNone/>
              <a:defRPr sz="2400" b="1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Subtitle (optional)</a:t>
            </a:r>
          </a:p>
        </p:txBody>
      </p:sp>
      <p:pic>
        <p:nvPicPr>
          <p:cNvPr id="9" name="Picture 8" descr="A picture containing font, text, graphics, graphic design&#10;&#10;Description automatically generated">
            <a:extLst>
              <a:ext uri="{FF2B5EF4-FFF2-40B4-BE49-F238E27FC236}">
                <a16:creationId xmlns:a16="http://schemas.microsoft.com/office/drawing/2014/main" id="{5BEE2715-F3B7-9C8D-51DF-4221BE1E963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70099" y="6222066"/>
            <a:ext cx="2268158" cy="338806"/>
          </a:xfrm>
          <a:prstGeom prst="rect">
            <a:avLst/>
          </a:prstGeom>
        </p:spPr>
      </p:pic>
      <p:pic>
        <p:nvPicPr>
          <p:cNvPr id="6" name="Picture 15">
            <a:extLst>
              <a:ext uri="{FF2B5EF4-FFF2-40B4-BE49-F238E27FC236}">
                <a16:creationId xmlns:a16="http://schemas.microsoft.com/office/drawing/2014/main" id="{847EBE23-50A6-D636-57F1-DD05AE45F5F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/>
        </p:blipFill>
        <p:spPr>
          <a:xfrm rot="5400000">
            <a:off x="154477" y="3312904"/>
            <a:ext cx="540464" cy="540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0278494"/>
      </p:ext>
    </p:extLst>
  </p:cSld>
  <p:clrMapOvr>
    <a:masterClrMapping/>
  </p:clrMapOvr>
  <p:hf hdr="0" ft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2_Divider O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0BDEE4C7-9AE5-4C04-E4D1-AA58787CE981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00841733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60" imgH="360" progId="TCLayout.ActiveDocument.1">
                  <p:embed/>
                </p:oleObj>
              </mc:Choice>
              <mc:Fallback>
                <p:oleObj name="think-cell Slide" r:id="rId3" imgW="360" imgH="360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0BDEE4C7-9AE5-4C04-E4D1-AA58787CE98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E43FF452-33BE-70CB-234E-B43AB9B189B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8" name="Picture 7" descr="A picture containing blue, screenshot, electric blue, blur&#10;&#10;Description automatically generated">
            <a:extLst>
              <a:ext uri="{FF2B5EF4-FFF2-40B4-BE49-F238E27FC236}">
                <a16:creationId xmlns:a16="http://schemas.microsoft.com/office/drawing/2014/main" id="{6E03FF4D-4D5B-847E-E068-949FD36B60DF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t="2062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7852" y="2502568"/>
            <a:ext cx="10977722" cy="1462942"/>
          </a:xfrm>
        </p:spPr>
        <p:txBody>
          <a:bodyPr vert="horz" anchor="b">
            <a:normAutofit/>
          </a:bodyPr>
          <a:lstStyle>
            <a:lvl1pPr>
              <a:defRPr sz="4000" b="1" cap="all" baseline="0">
                <a:solidFill>
                  <a:schemeClr val="accent2"/>
                </a:solidFill>
              </a:defRPr>
            </a:lvl1pPr>
          </a:lstStyle>
          <a:p>
            <a:r>
              <a:rPr lang="en-US"/>
              <a:t>Section header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607851" y="4011954"/>
            <a:ext cx="10977723" cy="1487042"/>
          </a:xfrm>
        </p:spPr>
        <p:txBody>
          <a:bodyPr/>
          <a:lstStyle>
            <a:lvl1pPr marL="0" indent="0">
              <a:buNone/>
              <a:defRPr sz="2400" b="1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Subtitle (optional)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BEE2715-F3B7-9C8D-51DF-4221BE1E963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570099" y="6222066"/>
            <a:ext cx="2268157" cy="338806"/>
          </a:xfrm>
          <a:prstGeom prst="rect">
            <a:avLst/>
          </a:prstGeom>
        </p:spPr>
      </p:pic>
      <p:pic>
        <p:nvPicPr>
          <p:cNvPr id="4" name="Picture 15">
            <a:extLst>
              <a:ext uri="{FF2B5EF4-FFF2-40B4-BE49-F238E27FC236}">
                <a16:creationId xmlns:a16="http://schemas.microsoft.com/office/drawing/2014/main" id="{A0D745C8-D95B-45C3-2A0F-03DF3FE69DB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/>
        </p:blipFill>
        <p:spPr>
          <a:xfrm rot="5400000">
            <a:off x="154477" y="3312904"/>
            <a:ext cx="540464" cy="540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1556954"/>
      </p:ext>
    </p:extLst>
  </p:cSld>
  <p:clrMapOvr>
    <a:masterClrMapping/>
  </p:clrMapOvr>
  <p:hf hdr="0" ftr="0" dt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3_Thank You with 1 Conta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>
            <a:extLst>
              <a:ext uri="{FF2B5EF4-FFF2-40B4-BE49-F238E27FC236}">
                <a16:creationId xmlns:a16="http://schemas.microsoft.com/office/drawing/2014/main" id="{453BCDCB-F0CD-C1D6-E09D-91A3DE81B388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94597040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60" imgH="360" progId="TCLayout.ActiveDocument.1">
                  <p:embed/>
                </p:oleObj>
              </mc:Choice>
              <mc:Fallback>
                <p:oleObj name="think-cell Slide" r:id="rId3" imgW="360" imgH="360" progId="TCLayout.ActiveDocument.1">
                  <p:embed/>
                  <p:pic>
                    <p:nvPicPr>
                      <p:cNvPr id="8" name="Object 7" hidden="1">
                        <a:extLst>
                          <a:ext uri="{FF2B5EF4-FFF2-40B4-BE49-F238E27FC236}">
                            <a16:creationId xmlns:a16="http://schemas.microsoft.com/office/drawing/2014/main" id="{453BCDCB-F0CD-C1D6-E09D-91A3DE81B38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BB7D5AD6-D92A-AF45-E015-E54ACFA4560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2"/>
            <a:ext cx="12192000" cy="685799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81000" y="4024125"/>
            <a:ext cx="11430000" cy="1157475"/>
          </a:xfrm>
        </p:spPr>
        <p:txBody>
          <a:bodyPr vert="horz" anchor="ctr">
            <a:normAutofit/>
          </a:bodyPr>
          <a:lstStyle>
            <a:lvl1pPr algn="ctr">
              <a:defRPr sz="1800" b="1">
                <a:solidFill>
                  <a:schemeClr val="accent2"/>
                </a:solidFill>
              </a:defRPr>
            </a:lvl1pPr>
          </a:lstStyle>
          <a:p>
            <a:r>
              <a:rPr lang="en-US"/>
              <a:t>Contact Info – Name</a:t>
            </a:r>
            <a:br>
              <a:rPr lang="en-US"/>
            </a:br>
            <a:r>
              <a:rPr lang="en-US" err="1"/>
              <a:t>xxx.xxx.xxxx</a:t>
            </a:r>
            <a:br>
              <a:rPr lang="en-US"/>
            </a:br>
            <a:r>
              <a:rPr lang="en-US"/>
              <a:t>email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5435F3-5E1D-5545-BEE0-4F5005AE0B25}"/>
              </a:ext>
            </a:extLst>
          </p:cNvPr>
          <p:cNvSpPr txBox="1"/>
          <p:nvPr/>
        </p:nvSpPr>
        <p:spPr>
          <a:xfrm>
            <a:off x="0" y="1287266"/>
            <a:ext cx="12192000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3800" b="1">
                <a:solidFill>
                  <a:schemeClr val="bg1"/>
                </a:solidFill>
                <a:latin typeface="Cochocib Script Latin Pro" panose="020B0604020202020204" pitchFamily="2" charset="0"/>
              </a:rPr>
              <a:t>Thank you!</a:t>
            </a:r>
          </a:p>
        </p:txBody>
      </p:sp>
      <p:pic>
        <p:nvPicPr>
          <p:cNvPr id="9" name="Picture 21">
            <a:extLst>
              <a:ext uri="{FF2B5EF4-FFF2-40B4-BE49-F238E27FC236}">
                <a16:creationId xmlns:a16="http://schemas.microsoft.com/office/drawing/2014/main" id="{CF411973-43C6-7ED2-E224-2781691FB9E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5825767" y="5486462"/>
            <a:ext cx="540464" cy="54046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62B5EA3-3F29-5D09-9B3D-322191E28409}"/>
              </a:ext>
            </a:extLst>
          </p:cNvPr>
          <p:cNvSpPr txBox="1"/>
          <p:nvPr/>
        </p:nvSpPr>
        <p:spPr>
          <a:xfrm>
            <a:off x="7001026" y="6651290"/>
            <a:ext cx="5181600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914400">
              <a:defRPr/>
            </a:pPr>
            <a:r>
              <a:rPr lang="en-US" sz="600">
                <a:solidFill>
                  <a:schemeClr val="bg1"/>
                </a:solidFill>
                <a:latin typeface="Arial"/>
                <a:cs typeface="Arial"/>
              </a:rPr>
              <a:t>© INSIGHT2PROFIT | Content Proprietary &amp; Confidential. </a:t>
            </a:r>
          </a:p>
        </p:txBody>
      </p:sp>
    </p:spTree>
    <p:extLst>
      <p:ext uri="{BB962C8B-B14F-4D97-AF65-F5344CB8AC3E}">
        <p14:creationId xmlns:p14="http://schemas.microsoft.com/office/powerpoint/2010/main" val="2154537707"/>
      </p:ext>
    </p:extLst>
  </p:cSld>
  <p:clrMapOvr>
    <a:masterClrMapping/>
  </p:clrMapOvr>
  <p:hf hdr="0" ftr="0" dt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4_Thank You No Conta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>
            <a:extLst>
              <a:ext uri="{FF2B5EF4-FFF2-40B4-BE49-F238E27FC236}">
                <a16:creationId xmlns:a16="http://schemas.microsoft.com/office/drawing/2014/main" id="{453BCDCB-F0CD-C1D6-E09D-91A3DE81B388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96623862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60" imgH="360" progId="TCLayout.ActiveDocument.1">
                  <p:embed/>
                </p:oleObj>
              </mc:Choice>
              <mc:Fallback>
                <p:oleObj name="think-cell Slide" r:id="rId3" imgW="360" imgH="360" progId="TCLayout.ActiveDocument.1">
                  <p:embed/>
                  <p:pic>
                    <p:nvPicPr>
                      <p:cNvPr id="8" name="Object 7" hidden="1">
                        <a:extLst>
                          <a:ext uri="{FF2B5EF4-FFF2-40B4-BE49-F238E27FC236}">
                            <a16:creationId xmlns:a16="http://schemas.microsoft.com/office/drawing/2014/main" id="{453BCDCB-F0CD-C1D6-E09D-91A3DE81B38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D474A3B0-0664-2364-ADA3-D26C8772218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2"/>
            <a:ext cx="12192000" cy="685799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95435F3-5E1D-5545-BEE0-4F5005AE0B25}"/>
              </a:ext>
            </a:extLst>
          </p:cNvPr>
          <p:cNvSpPr txBox="1"/>
          <p:nvPr/>
        </p:nvSpPr>
        <p:spPr>
          <a:xfrm>
            <a:off x="0" y="1287266"/>
            <a:ext cx="12192000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3800" b="1">
                <a:solidFill>
                  <a:schemeClr val="bg1"/>
                </a:solidFill>
                <a:latin typeface="Cochocib Script Latin Pro" panose="020B0604020202020204" pitchFamily="2" charset="0"/>
              </a:rPr>
              <a:t>Thank you!</a:t>
            </a:r>
          </a:p>
        </p:txBody>
      </p:sp>
      <p:pic>
        <p:nvPicPr>
          <p:cNvPr id="9" name="Picture 21">
            <a:extLst>
              <a:ext uri="{FF2B5EF4-FFF2-40B4-BE49-F238E27FC236}">
                <a16:creationId xmlns:a16="http://schemas.microsoft.com/office/drawing/2014/main" id="{CF411973-43C6-7ED2-E224-2781691FB9E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5825767" y="5486462"/>
            <a:ext cx="540464" cy="540464"/>
          </a:xfrm>
          <a:prstGeom prst="rect">
            <a:avLst/>
          </a:prstGeom>
        </p:spPr>
      </p:pic>
      <p:pic>
        <p:nvPicPr>
          <p:cNvPr id="10" name="Picture 9" descr="Logo&#10;&#10;Description automatically generated">
            <a:extLst>
              <a:ext uri="{FF2B5EF4-FFF2-40B4-BE49-F238E27FC236}">
                <a16:creationId xmlns:a16="http://schemas.microsoft.com/office/drawing/2014/main" id="{639D71F9-00BC-CDCB-EC9B-BA7E6A20386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9043" y="3429000"/>
            <a:ext cx="5773913" cy="86247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D4EB4C9-1931-6856-B6CC-3B9B10899687}"/>
              </a:ext>
            </a:extLst>
          </p:cNvPr>
          <p:cNvSpPr txBox="1"/>
          <p:nvPr/>
        </p:nvSpPr>
        <p:spPr>
          <a:xfrm>
            <a:off x="7001026" y="6651290"/>
            <a:ext cx="5181600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914400">
              <a:defRPr/>
            </a:pPr>
            <a:r>
              <a:rPr lang="en-US" sz="600">
                <a:solidFill>
                  <a:schemeClr val="bg1"/>
                </a:solidFill>
                <a:latin typeface="Arial"/>
                <a:cs typeface="Arial"/>
              </a:rPr>
              <a:t>© INSIGHT2PROFIT | Content Proprietary &amp; Confidential. </a:t>
            </a:r>
          </a:p>
        </p:txBody>
      </p:sp>
    </p:spTree>
    <p:extLst>
      <p:ext uri="{BB962C8B-B14F-4D97-AF65-F5344CB8AC3E}">
        <p14:creationId xmlns:p14="http://schemas.microsoft.com/office/powerpoint/2010/main" val="2098884467"/>
      </p:ext>
    </p:extLst>
  </p:cSld>
  <p:clrMapOvr>
    <a:masterClrMapping/>
  </p:clrMapOvr>
  <p:hf hdr="0" ftr="0" dt="0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5_Thank You with 1 Contact (Print Optimized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9622D70B-2CE6-A402-CD4D-CF40535AC16A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65582711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60" imgH="360" progId="TCLayout.ActiveDocument.1">
                  <p:embed/>
                </p:oleObj>
              </mc:Choice>
              <mc:Fallback>
                <p:oleObj name="think-cell Slide" r:id="rId3" imgW="360" imgH="360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9622D70B-2CE6-A402-CD4D-CF40535AC16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200097" y="4013493"/>
            <a:ext cx="3295318" cy="1157475"/>
          </a:xfrm>
        </p:spPr>
        <p:txBody>
          <a:bodyPr vert="horz" anchor="ctr">
            <a:normAutofit/>
          </a:bodyPr>
          <a:lstStyle>
            <a:lvl1pPr algn="ctr">
              <a:defRPr sz="1800" b="0">
                <a:solidFill>
                  <a:schemeClr val="accent2"/>
                </a:solidFill>
              </a:defRPr>
            </a:lvl1pPr>
          </a:lstStyle>
          <a:p>
            <a:r>
              <a:rPr lang="en-US"/>
              <a:t>Contact Info – Name</a:t>
            </a:r>
            <a:br>
              <a:rPr lang="en-US"/>
            </a:br>
            <a:r>
              <a:rPr lang="en-US"/>
              <a:t>+1 </a:t>
            </a:r>
            <a:r>
              <a:rPr lang="en-US" err="1"/>
              <a:t>xxx.xxx.xxxx</a:t>
            </a:r>
            <a:br>
              <a:rPr lang="en-US"/>
            </a:br>
            <a:r>
              <a:rPr lang="en-US"/>
              <a:t>@insight2profit.com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D23EE77-5D77-0EF8-5C62-BBAE3FC10F8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2"/>
            <a:ext cx="12192000" cy="357133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5FE442E-5309-2D39-1CF2-091A762DC6B3}"/>
              </a:ext>
            </a:extLst>
          </p:cNvPr>
          <p:cNvSpPr txBox="1"/>
          <p:nvPr/>
        </p:nvSpPr>
        <p:spPr>
          <a:xfrm>
            <a:off x="0" y="1287266"/>
            <a:ext cx="12192000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3800" b="1">
                <a:solidFill>
                  <a:schemeClr val="bg1"/>
                </a:solidFill>
                <a:latin typeface="Cochocib Script Latin Pro" panose="020B0604020202020204" pitchFamily="2" charset="0"/>
              </a:rPr>
              <a:t>Thank you!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F8873E89-78BD-C8F6-80A9-26925753237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041310" y="4013681"/>
            <a:ext cx="1149350" cy="11572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pic>
        <p:nvPicPr>
          <p:cNvPr id="3" name="Picture 21">
            <a:extLst>
              <a:ext uri="{FF2B5EF4-FFF2-40B4-BE49-F238E27FC236}">
                <a16:creationId xmlns:a16="http://schemas.microsoft.com/office/drawing/2014/main" id="{9AF3687E-8BFE-6A49-26DB-CD21B824361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7140217" y="2726601"/>
            <a:ext cx="540464" cy="54046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54DFF1A-71F5-4447-B34F-3AFEF05ACAB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570099" y="6222066"/>
            <a:ext cx="2268157" cy="3388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8093983"/>
      </p:ext>
    </p:extLst>
  </p:cSld>
  <p:clrMapOvr>
    <a:masterClrMapping/>
  </p:clrMapOvr>
  <p:hf hdr="0" ftr="0" dt="0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5_Thank You with 2 Contacts (Print Optimized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C687DEC1-EA2E-04BC-CA78-03F3E5C63B6F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03074781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60" imgH="360" progId="TCLayout.ActiveDocument.1">
                  <p:embed/>
                </p:oleObj>
              </mc:Choice>
              <mc:Fallback>
                <p:oleObj name="think-cell Slide" r:id="rId3" imgW="360" imgH="360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687DEC1-EA2E-04BC-CA78-03F3E5C63B6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414807" y="4024125"/>
            <a:ext cx="3838755" cy="1157475"/>
          </a:xfrm>
        </p:spPr>
        <p:txBody>
          <a:bodyPr vert="horz" anchor="t">
            <a:normAutofit/>
          </a:bodyPr>
          <a:lstStyle>
            <a:lvl1pPr algn="l">
              <a:defRPr sz="1800" b="0" baseline="0">
                <a:solidFill>
                  <a:schemeClr val="accent2"/>
                </a:solidFill>
              </a:defRPr>
            </a:lvl1pPr>
          </a:lstStyle>
          <a:p>
            <a:r>
              <a:rPr lang="en-US"/>
              <a:t>Name</a:t>
            </a:r>
            <a:br>
              <a:rPr lang="en-US"/>
            </a:br>
            <a:r>
              <a:rPr lang="en-US"/>
              <a:t>Title</a:t>
            </a:r>
            <a:br>
              <a:rPr lang="en-US"/>
            </a:br>
            <a:r>
              <a:rPr lang="en-US"/>
              <a:t>+1 XXX.XXX.XXXX</a:t>
            </a:r>
            <a:br>
              <a:rPr lang="en-US"/>
            </a:br>
            <a:r>
              <a:rPr lang="en-US"/>
              <a:t>@insight2profit.com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D23EE77-5D77-0EF8-5C62-BBAE3FC10F8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2"/>
            <a:ext cx="12192000" cy="357133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5FE442E-5309-2D39-1CF2-091A762DC6B3}"/>
              </a:ext>
            </a:extLst>
          </p:cNvPr>
          <p:cNvSpPr txBox="1"/>
          <p:nvPr/>
        </p:nvSpPr>
        <p:spPr>
          <a:xfrm>
            <a:off x="0" y="1287266"/>
            <a:ext cx="12192000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3800" b="1">
                <a:solidFill>
                  <a:schemeClr val="bg1"/>
                </a:solidFill>
                <a:latin typeface="Cochocib Script Latin Pro" panose="020B0604020202020204" pitchFamily="2" charset="0"/>
              </a:rPr>
              <a:t>Thank you!</a:t>
            </a:r>
          </a:p>
        </p:txBody>
      </p:sp>
      <p:sp>
        <p:nvSpPr>
          <p:cNvPr id="24" name="Picture Placeholder 23">
            <a:extLst>
              <a:ext uri="{FF2B5EF4-FFF2-40B4-BE49-F238E27FC236}">
                <a16:creationId xmlns:a16="http://schemas.microsoft.com/office/drawing/2014/main" id="{EA1C8672-7E5D-3B47-36B4-3B7071A7B5F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241670" y="4024125"/>
            <a:ext cx="1165225" cy="11572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4" name="Picture Placeholder 23">
            <a:extLst>
              <a:ext uri="{FF2B5EF4-FFF2-40B4-BE49-F238E27FC236}">
                <a16:creationId xmlns:a16="http://schemas.microsoft.com/office/drawing/2014/main" id="{450D1873-EC32-1F34-13AD-33740372564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378661" y="4024124"/>
            <a:ext cx="1165225" cy="11572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6" name="Text Placeholder 35">
            <a:extLst>
              <a:ext uri="{FF2B5EF4-FFF2-40B4-BE49-F238E27FC236}">
                <a16:creationId xmlns:a16="http://schemas.microsoft.com/office/drawing/2014/main" id="{96649939-11AB-AE18-8E1A-60B900E66EE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548503" y="4024125"/>
            <a:ext cx="3838575" cy="1157287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800" b="0" baseline="0" smtClean="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US"/>
            </a:lvl5pPr>
          </a:lstStyle>
          <a:p>
            <a:pPr marL="168275" lvl="0" indent="-168275">
              <a:spcBef>
                <a:spcPct val="0"/>
              </a:spcBef>
            </a:pPr>
            <a:r>
              <a:rPr lang="en-US"/>
              <a:t>Name</a:t>
            </a:r>
          </a:p>
          <a:p>
            <a:pPr marL="168275" lvl="0" indent="-168275">
              <a:spcBef>
                <a:spcPct val="0"/>
              </a:spcBef>
            </a:pPr>
            <a:r>
              <a:rPr lang="en-US"/>
              <a:t>Title</a:t>
            </a:r>
          </a:p>
          <a:p>
            <a:pPr marL="168275" lvl="0" indent="-168275">
              <a:spcBef>
                <a:spcPct val="0"/>
              </a:spcBef>
            </a:pPr>
            <a:r>
              <a:rPr lang="en-US"/>
              <a:t>+1 XXX.XXX.XXXX</a:t>
            </a:r>
          </a:p>
          <a:p>
            <a:pPr marL="168275" lvl="0" indent="-168275">
              <a:spcBef>
                <a:spcPct val="0"/>
              </a:spcBef>
            </a:pPr>
            <a:r>
              <a:rPr lang="en-US"/>
              <a:t>@insight2profit.com</a:t>
            </a:r>
          </a:p>
        </p:txBody>
      </p:sp>
      <p:pic>
        <p:nvPicPr>
          <p:cNvPr id="3" name="Picture 21">
            <a:extLst>
              <a:ext uri="{FF2B5EF4-FFF2-40B4-BE49-F238E27FC236}">
                <a16:creationId xmlns:a16="http://schemas.microsoft.com/office/drawing/2014/main" id="{5F8B139D-1C8A-A3DA-3EB4-106699FD9C3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7140217" y="2726601"/>
            <a:ext cx="540464" cy="54046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72B7E11-3A58-6E9B-0AF8-15C78D50732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570099" y="6222066"/>
            <a:ext cx="2268157" cy="3388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5904397"/>
      </p:ext>
    </p:extLst>
  </p:cSld>
  <p:clrMapOvr>
    <a:masterClrMapping/>
  </p:clrMapOvr>
  <p:hf hdr="0" ftr="0" dt="0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6_Thank You with 3 Contacts (Print Optimized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C687DEC1-EA2E-04BC-CA78-03F3E5C63B6F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4258318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60" imgH="360" progId="TCLayout.ActiveDocument.1">
                  <p:embed/>
                </p:oleObj>
              </mc:Choice>
              <mc:Fallback>
                <p:oleObj name="think-cell Slide" r:id="rId3" imgW="360" imgH="360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687DEC1-EA2E-04BC-CA78-03F3E5C63B6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951029" y="4024123"/>
            <a:ext cx="2441815" cy="1157475"/>
          </a:xfrm>
        </p:spPr>
        <p:txBody>
          <a:bodyPr vert="horz" anchor="t">
            <a:normAutofit/>
          </a:bodyPr>
          <a:lstStyle>
            <a:lvl1pPr algn="l">
              <a:defRPr sz="1800" b="0" baseline="0">
                <a:solidFill>
                  <a:schemeClr val="accent2"/>
                </a:solidFill>
              </a:defRPr>
            </a:lvl1pPr>
          </a:lstStyle>
          <a:p>
            <a:r>
              <a:rPr lang="en-US"/>
              <a:t>Name</a:t>
            </a:r>
            <a:br>
              <a:rPr lang="en-US"/>
            </a:br>
            <a:r>
              <a:rPr lang="en-US"/>
              <a:t>Title</a:t>
            </a:r>
            <a:br>
              <a:rPr lang="en-US"/>
            </a:br>
            <a:r>
              <a:rPr lang="en-US"/>
              <a:t>+1 XXX.XXX.XXXX</a:t>
            </a:r>
            <a:br>
              <a:rPr lang="en-US"/>
            </a:br>
            <a:r>
              <a:rPr lang="en-US"/>
              <a:t>@insight2profit.com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D23EE77-5D77-0EF8-5C62-BBAE3FC10F8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2"/>
            <a:ext cx="12192000" cy="357133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5FE442E-5309-2D39-1CF2-091A762DC6B3}"/>
              </a:ext>
            </a:extLst>
          </p:cNvPr>
          <p:cNvSpPr txBox="1"/>
          <p:nvPr/>
        </p:nvSpPr>
        <p:spPr>
          <a:xfrm>
            <a:off x="0" y="1287266"/>
            <a:ext cx="12192000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3800" b="1">
                <a:solidFill>
                  <a:schemeClr val="bg1"/>
                </a:solidFill>
                <a:latin typeface="Cochocib Script Latin Pro" panose="020B0604020202020204" pitchFamily="2" charset="0"/>
              </a:rPr>
              <a:t>Thank you!</a:t>
            </a:r>
          </a:p>
        </p:txBody>
      </p:sp>
      <p:sp>
        <p:nvSpPr>
          <p:cNvPr id="24" name="Picture Placeholder 23">
            <a:extLst>
              <a:ext uri="{FF2B5EF4-FFF2-40B4-BE49-F238E27FC236}">
                <a16:creationId xmlns:a16="http://schemas.microsoft.com/office/drawing/2014/main" id="{EA1C8672-7E5D-3B47-36B4-3B7071A7B5F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77892" y="4024123"/>
            <a:ext cx="1165225" cy="11572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4" name="Picture Placeholder 23">
            <a:extLst>
              <a:ext uri="{FF2B5EF4-FFF2-40B4-BE49-F238E27FC236}">
                <a16:creationId xmlns:a16="http://schemas.microsoft.com/office/drawing/2014/main" id="{450D1873-EC32-1F34-13AD-33740372564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397461" y="4024123"/>
            <a:ext cx="1165225" cy="11572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pic>
        <p:nvPicPr>
          <p:cNvPr id="9" name="Picture 21">
            <a:extLst>
              <a:ext uri="{FF2B5EF4-FFF2-40B4-BE49-F238E27FC236}">
                <a16:creationId xmlns:a16="http://schemas.microsoft.com/office/drawing/2014/main" id="{F7EDC06A-ADD9-8EEF-4C1D-EC327F73EAF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7140217" y="2726601"/>
            <a:ext cx="540464" cy="540464"/>
          </a:xfrm>
          <a:prstGeom prst="rect">
            <a:avLst/>
          </a:prstGeom>
        </p:spPr>
      </p:pic>
      <p:sp>
        <p:nvSpPr>
          <p:cNvPr id="10" name="Text Placeholder 35">
            <a:extLst>
              <a:ext uri="{FF2B5EF4-FFF2-40B4-BE49-F238E27FC236}">
                <a16:creationId xmlns:a16="http://schemas.microsoft.com/office/drawing/2014/main" id="{EEE730AB-7B89-24FE-2023-2AE4594DD55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62686" y="4024123"/>
            <a:ext cx="2441448" cy="1157287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800" b="0" baseline="0" smtClean="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US"/>
            </a:lvl5pPr>
          </a:lstStyle>
          <a:p>
            <a:pPr marL="168275" lvl="0" indent="-168275">
              <a:spcBef>
                <a:spcPct val="0"/>
              </a:spcBef>
            </a:pPr>
            <a:r>
              <a:rPr lang="en-US"/>
              <a:t>Name</a:t>
            </a:r>
          </a:p>
          <a:p>
            <a:pPr marL="168275" lvl="0" indent="-168275">
              <a:spcBef>
                <a:spcPct val="0"/>
              </a:spcBef>
            </a:pPr>
            <a:r>
              <a:rPr lang="en-US"/>
              <a:t>Title</a:t>
            </a:r>
          </a:p>
          <a:p>
            <a:pPr marL="168275" lvl="0" indent="-168275">
              <a:spcBef>
                <a:spcPct val="0"/>
              </a:spcBef>
            </a:pPr>
            <a:r>
              <a:rPr lang="en-US"/>
              <a:t>+1 XXX.XXX.XXXX</a:t>
            </a:r>
          </a:p>
          <a:p>
            <a:pPr marL="168275" lvl="0" indent="-168275">
              <a:spcBef>
                <a:spcPct val="0"/>
              </a:spcBef>
            </a:pPr>
            <a:r>
              <a:rPr lang="en-US"/>
              <a:t>@insight2profit.com</a:t>
            </a:r>
          </a:p>
        </p:txBody>
      </p:sp>
      <p:sp>
        <p:nvSpPr>
          <p:cNvPr id="11" name="Text Placeholder 35">
            <a:extLst>
              <a:ext uri="{FF2B5EF4-FFF2-40B4-BE49-F238E27FC236}">
                <a16:creationId xmlns:a16="http://schemas.microsoft.com/office/drawing/2014/main" id="{60953E08-1865-633D-DA00-ED2D561AD71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205853" y="4024123"/>
            <a:ext cx="2441448" cy="1157287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800" b="0" baseline="0" smtClean="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US"/>
            </a:lvl5pPr>
          </a:lstStyle>
          <a:p>
            <a:pPr marL="168275" lvl="0" indent="-168275">
              <a:spcBef>
                <a:spcPct val="0"/>
              </a:spcBef>
            </a:pPr>
            <a:r>
              <a:rPr lang="en-US"/>
              <a:t>Name</a:t>
            </a:r>
          </a:p>
          <a:p>
            <a:pPr marL="168275" lvl="0" indent="-168275">
              <a:spcBef>
                <a:spcPct val="0"/>
              </a:spcBef>
            </a:pPr>
            <a:r>
              <a:rPr lang="en-US"/>
              <a:t>Title</a:t>
            </a:r>
          </a:p>
          <a:p>
            <a:pPr marL="168275" lvl="0" indent="-168275">
              <a:spcBef>
                <a:spcPct val="0"/>
              </a:spcBef>
            </a:pPr>
            <a:r>
              <a:rPr lang="en-US"/>
              <a:t>+1 XXX.XXX.XXXX</a:t>
            </a:r>
          </a:p>
          <a:p>
            <a:pPr marL="168275" lvl="0" indent="-168275">
              <a:spcBef>
                <a:spcPct val="0"/>
              </a:spcBef>
            </a:pPr>
            <a:r>
              <a:rPr lang="en-US"/>
              <a:t>@insight2profit.com</a:t>
            </a:r>
          </a:p>
        </p:txBody>
      </p:sp>
      <p:sp>
        <p:nvSpPr>
          <p:cNvPr id="12" name="Picture Placeholder 23">
            <a:extLst>
              <a:ext uri="{FF2B5EF4-FFF2-40B4-BE49-F238E27FC236}">
                <a16:creationId xmlns:a16="http://schemas.microsoft.com/office/drawing/2014/main" id="{B835C76D-8B22-BFFA-A5EB-3EF1A233701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017030" y="4024123"/>
            <a:ext cx="1165225" cy="11572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EEE1E149-7944-8BBE-1B53-532DB3E1033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570099" y="6222066"/>
            <a:ext cx="2268157" cy="3388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7451322"/>
      </p:ext>
    </p:extLst>
  </p:cSld>
  <p:clrMapOvr>
    <a:masterClrMapping/>
  </p:clrMapOvr>
  <p:hf hdr="0" ftr="0" dt="0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7_Thank You with 4 Contacts (Print Optimized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C687DEC1-EA2E-04BC-CA78-03F3E5C63B6F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07549747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60" imgH="360" progId="TCLayout.ActiveDocument.1">
                  <p:embed/>
                </p:oleObj>
              </mc:Choice>
              <mc:Fallback>
                <p:oleObj name="think-cell Slide" r:id="rId3" imgW="360" imgH="360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687DEC1-EA2E-04BC-CA78-03F3E5C63B6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411513" y="3768938"/>
            <a:ext cx="3838755" cy="1157475"/>
          </a:xfrm>
        </p:spPr>
        <p:txBody>
          <a:bodyPr vert="horz" anchor="t">
            <a:normAutofit/>
          </a:bodyPr>
          <a:lstStyle>
            <a:lvl1pPr algn="l">
              <a:defRPr sz="1800" b="0" baseline="0">
                <a:solidFill>
                  <a:schemeClr val="accent2"/>
                </a:solidFill>
              </a:defRPr>
            </a:lvl1pPr>
          </a:lstStyle>
          <a:p>
            <a:r>
              <a:rPr lang="en-US"/>
              <a:t>Name</a:t>
            </a:r>
            <a:br>
              <a:rPr lang="en-US"/>
            </a:br>
            <a:r>
              <a:rPr lang="en-US"/>
              <a:t>Title</a:t>
            </a:r>
            <a:br>
              <a:rPr lang="en-US"/>
            </a:br>
            <a:r>
              <a:rPr lang="en-US"/>
              <a:t>+1 XXX.XXX.XXXX</a:t>
            </a:r>
            <a:br>
              <a:rPr lang="en-US"/>
            </a:br>
            <a:r>
              <a:rPr lang="en-US"/>
              <a:t>@insight2profit.com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D23EE77-5D77-0EF8-5C62-BBAE3FC10F8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2"/>
            <a:ext cx="12192000" cy="357133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5FE442E-5309-2D39-1CF2-091A762DC6B3}"/>
              </a:ext>
            </a:extLst>
          </p:cNvPr>
          <p:cNvSpPr txBox="1"/>
          <p:nvPr/>
        </p:nvSpPr>
        <p:spPr>
          <a:xfrm>
            <a:off x="0" y="1287266"/>
            <a:ext cx="12192000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3800" b="1">
                <a:solidFill>
                  <a:schemeClr val="bg1"/>
                </a:solidFill>
                <a:latin typeface="Cochocib Script Latin Pro" panose="020B0604020202020204" pitchFamily="2" charset="0"/>
              </a:rPr>
              <a:t>Thank you!</a:t>
            </a:r>
          </a:p>
        </p:txBody>
      </p:sp>
      <p:sp>
        <p:nvSpPr>
          <p:cNvPr id="24" name="Picture Placeholder 23">
            <a:extLst>
              <a:ext uri="{FF2B5EF4-FFF2-40B4-BE49-F238E27FC236}">
                <a16:creationId xmlns:a16="http://schemas.microsoft.com/office/drawing/2014/main" id="{EA1C8672-7E5D-3B47-36B4-3B7071A7B5F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250482" y="3768938"/>
            <a:ext cx="1165225" cy="11572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4" name="Picture Placeholder 23">
            <a:extLst>
              <a:ext uri="{FF2B5EF4-FFF2-40B4-BE49-F238E27FC236}">
                <a16:creationId xmlns:a16="http://schemas.microsoft.com/office/drawing/2014/main" id="{450D1873-EC32-1F34-13AD-33740372564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378045" y="3768937"/>
            <a:ext cx="1165225" cy="11572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6" name="Text Placeholder 35">
            <a:extLst>
              <a:ext uri="{FF2B5EF4-FFF2-40B4-BE49-F238E27FC236}">
                <a16:creationId xmlns:a16="http://schemas.microsoft.com/office/drawing/2014/main" id="{96649939-11AB-AE18-8E1A-60B900E66EE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548503" y="3768938"/>
            <a:ext cx="3838575" cy="1157287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800" b="0" baseline="0" smtClean="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US"/>
            </a:lvl5pPr>
          </a:lstStyle>
          <a:p>
            <a:pPr marL="168275" lvl="0" indent="-168275">
              <a:spcBef>
                <a:spcPct val="0"/>
              </a:spcBef>
            </a:pPr>
            <a:r>
              <a:rPr lang="en-US"/>
              <a:t>Name</a:t>
            </a:r>
          </a:p>
          <a:p>
            <a:pPr marL="168275" lvl="0" indent="-168275">
              <a:spcBef>
                <a:spcPct val="0"/>
              </a:spcBef>
            </a:pPr>
            <a:r>
              <a:rPr lang="en-US"/>
              <a:t>Title</a:t>
            </a:r>
          </a:p>
          <a:p>
            <a:pPr marL="168275" lvl="0" indent="-168275">
              <a:spcBef>
                <a:spcPct val="0"/>
              </a:spcBef>
            </a:pPr>
            <a:r>
              <a:rPr lang="en-US"/>
              <a:t>+1 XXX.XXX.XXXX</a:t>
            </a:r>
          </a:p>
          <a:p>
            <a:pPr marL="168275" lvl="0" indent="-168275">
              <a:spcBef>
                <a:spcPct val="0"/>
              </a:spcBef>
            </a:pPr>
            <a:r>
              <a:rPr lang="en-US"/>
              <a:t>@insight2profit.com</a:t>
            </a:r>
          </a:p>
        </p:txBody>
      </p:sp>
      <p:sp>
        <p:nvSpPr>
          <p:cNvPr id="7" name="Picture Placeholder 23">
            <a:extLst>
              <a:ext uri="{FF2B5EF4-FFF2-40B4-BE49-F238E27FC236}">
                <a16:creationId xmlns:a16="http://schemas.microsoft.com/office/drawing/2014/main" id="{E7F47E50-E8DA-8D56-5B50-28FEA488F8B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250482" y="5027124"/>
            <a:ext cx="1165225" cy="11572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Picture Placeholder 23">
            <a:extLst>
              <a:ext uri="{FF2B5EF4-FFF2-40B4-BE49-F238E27FC236}">
                <a16:creationId xmlns:a16="http://schemas.microsoft.com/office/drawing/2014/main" id="{D6AD4881-1321-4A28-E4F8-70167948740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378045" y="5027123"/>
            <a:ext cx="1165225" cy="11572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Text Placeholder 35">
            <a:extLst>
              <a:ext uri="{FF2B5EF4-FFF2-40B4-BE49-F238E27FC236}">
                <a16:creationId xmlns:a16="http://schemas.microsoft.com/office/drawing/2014/main" id="{658E078F-4BF8-E095-8F5A-D25FB1D9BAE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548503" y="5027124"/>
            <a:ext cx="3838575" cy="1157287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800" b="0" baseline="0" smtClean="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US"/>
            </a:lvl5pPr>
          </a:lstStyle>
          <a:p>
            <a:pPr marL="168275" lvl="0" indent="-168275">
              <a:spcBef>
                <a:spcPct val="0"/>
              </a:spcBef>
            </a:pPr>
            <a:r>
              <a:rPr lang="en-US"/>
              <a:t>Name</a:t>
            </a:r>
          </a:p>
          <a:p>
            <a:pPr marL="168275" lvl="0" indent="-168275">
              <a:spcBef>
                <a:spcPct val="0"/>
              </a:spcBef>
            </a:pPr>
            <a:r>
              <a:rPr lang="en-US"/>
              <a:t>Title</a:t>
            </a:r>
          </a:p>
          <a:p>
            <a:pPr marL="168275" lvl="0" indent="-168275">
              <a:spcBef>
                <a:spcPct val="0"/>
              </a:spcBef>
            </a:pPr>
            <a:r>
              <a:rPr lang="en-US"/>
              <a:t>+1 XXX.XXX.XXXX</a:t>
            </a:r>
          </a:p>
          <a:p>
            <a:pPr marL="168275" lvl="0" indent="-168275">
              <a:spcBef>
                <a:spcPct val="0"/>
              </a:spcBef>
            </a:pPr>
            <a:r>
              <a:rPr lang="en-US"/>
              <a:t>@insight2profit.com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4831B121-F703-8968-00DE-8C40E573C85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411513" y="5027613"/>
            <a:ext cx="3841333" cy="1157287"/>
          </a:xfrm>
        </p:spPr>
        <p:txBody>
          <a:bodyPr/>
          <a:lstStyle>
            <a:lvl1pPr marL="0" indent="0">
              <a:buNone/>
              <a:defRPr lang="en-US" sz="1800" b="0" kern="1200" baseline="0" dirty="0" smtClean="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Name</a:t>
            </a:r>
            <a:br>
              <a:rPr lang="en-US"/>
            </a:br>
            <a:r>
              <a:rPr lang="en-US"/>
              <a:t>Title</a:t>
            </a:r>
            <a:br>
              <a:rPr lang="en-US"/>
            </a:br>
            <a:r>
              <a:rPr lang="en-US"/>
              <a:t>+1 XXX.XXX.XXXX</a:t>
            </a:r>
            <a:br>
              <a:rPr lang="en-US"/>
            </a:br>
            <a:r>
              <a:rPr lang="en-US"/>
              <a:t>@insight2profit.com</a:t>
            </a:r>
          </a:p>
        </p:txBody>
      </p:sp>
      <p:pic>
        <p:nvPicPr>
          <p:cNvPr id="3" name="Picture 21">
            <a:extLst>
              <a:ext uri="{FF2B5EF4-FFF2-40B4-BE49-F238E27FC236}">
                <a16:creationId xmlns:a16="http://schemas.microsoft.com/office/drawing/2014/main" id="{CC2D6268-97FF-1F72-4B95-78E2A80CD58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7140217" y="2726601"/>
            <a:ext cx="540464" cy="54046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60C6143-4A05-30E0-E393-98DA33B953F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570099" y="6222066"/>
            <a:ext cx="2268157" cy="3388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6251410"/>
      </p:ext>
    </p:extLst>
  </p:cSld>
  <p:clrMapOvr>
    <a:masterClrMapping/>
  </p:clrMapOvr>
  <p:hf hdr="0" ftr="0" dt="0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8_Thank You with 6 Contacts (Print Optimized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C687DEC1-EA2E-04BC-CA78-03F3E5C63B6F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6048580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60" imgH="360" progId="TCLayout.ActiveDocument.1">
                  <p:embed/>
                </p:oleObj>
              </mc:Choice>
              <mc:Fallback>
                <p:oleObj name="think-cell Slide" r:id="rId3" imgW="360" imgH="360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687DEC1-EA2E-04BC-CA78-03F3E5C63B6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337173" y="3812068"/>
            <a:ext cx="3838755" cy="1157475"/>
          </a:xfrm>
        </p:spPr>
        <p:txBody>
          <a:bodyPr vert="horz" anchor="t">
            <a:normAutofit/>
          </a:bodyPr>
          <a:lstStyle>
            <a:lvl1pPr algn="l">
              <a:defRPr sz="1800" b="0" baseline="0">
                <a:solidFill>
                  <a:schemeClr val="accent2"/>
                </a:solidFill>
              </a:defRPr>
            </a:lvl1pPr>
          </a:lstStyle>
          <a:p>
            <a:r>
              <a:rPr lang="en-US"/>
              <a:t>Name</a:t>
            </a:r>
            <a:br>
              <a:rPr lang="en-US"/>
            </a:br>
            <a:r>
              <a:rPr lang="en-US"/>
              <a:t>Title</a:t>
            </a:r>
            <a:br>
              <a:rPr lang="en-US"/>
            </a:br>
            <a:r>
              <a:rPr lang="en-US"/>
              <a:t>+1 XXX.XXX.XXXX</a:t>
            </a:r>
            <a:br>
              <a:rPr lang="en-US"/>
            </a:br>
            <a:r>
              <a:rPr lang="en-US"/>
              <a:t>@insight2profit.com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D23EE77-5D77-0EF8-5C62-BBAE3FC10F8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2192000" cy="22159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5FE442E-5309-2D39-1CF2-091A762DC6B3}"/>
              </a:ext>
            </a:extLst>
          </p:cNvPr>
          <p:cNvSpPr txBox="1"/>
          <p:nvPr/>
        </p:nvSpPr>
        <p:spPr>
          <a:xfrm>
            <a:off x="-77637" y="147135"/>
            <a:ext cx="12192000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3800" b="1">
                <a:solidFill>
                  <a:schemeClr val="bg1"/>
                </a:solidFill>
                <a:latin typeface="Cochocib Script Latin Pro" panose="020B0604020202020204" pitchFamily="2" charset="0"/>
              </a:rPr>
              <a:t>Thank you!</a:t>
            </a:r>
          </a:p>
        </p:txBody>
      </p:sp>
      <p:sp>
        <p:nvSpPr>
          <p:cNvPr id="24" name="Picture Placeholder 23">
            <a:extLst>
              <a:ext uri="{FF2B5EF4-FFF2-40B4-BE49-F238E27FC236}">
                <a16:creationId xmlns:a16="http://schemas.microsoft.com/office/drawing/2014/main" id="{EA1C8672-7E5D-3B47-36B4-3B7071A7B5F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149451" y="3812068"/>
            <a:ext cx="1165225" cy="11572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4" name="Picture Placeholder 23">
            <a:extLst>
              <a:ext uri="{FF2B5EF4-FFF2-40B4-BE49-F238E27FC236}">
                <a16:creationId xmlns:a16="http://schemas.microsoft.com/office/drawing/2014/main" id="{450D1873-EC32-1F34-13AD-33740372564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283775" y="3812067"/>
            <a:ext cx="1165225" cy="11572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6" name="Text Placeholder 35">
            <a:extLst>
              <a:ext uri="{FF2B5EF4-FFF2-40B4-BE49-F238E27FC236}">
                <a16:creationId xmlns:a16="http://schemas.microsoft.com/office/drawing/2014/main" id="{96649939-11AB-AE18-8E1A-60B900E66EE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470869" y="3812068"/>
            <a:ext cx="3838575" cy="1157287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800" b="0" baseline="0" smtClean="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US"/>
            </a:lvl5pPr>
          </a:lstStyle>
          <a:p>
            <a:pPr marL="168275" lvl="0" indent="-168275">
              <a:spcBef>
                <a:spcPct val="0"/>
              </a:spcBef>
            </a:pPr>
            <a:r>
              <a:rPr lang="en-US"/>
              <a:t>Name</a:t>
            </a:r>
          </a:p>
          <a:p>
            <a:pPr marL="168275" lvl="0" indent="-168275">
              <a:spcBef>
                <a:spcPct val="0"/>
              </a:spcBef>
            </a:pPr>
            <a:r>
              <a:rPr lang="en-US"/>
              <a:t>Title</a:t>
            </a:r>
          </a:p>
          <a:p>
            <a:pPr marL="168275" lvl="0" indent="-168275">
              <a:spcBef>
                <a:spcPct val="0"/>
              </a:spcBef>
            </a:pPr>
            <a:r>
              <a:rPr lang="en-US"/>
              <a:t>+1 XXX.XXX.XXXX</a:t>
            </a:r>
          </a:p>
          <a:p>
            <a:pPr marL="168275" lvl="0" indent="-168275">
              <a:spcBef>
                <a:spcPct val="0"/>
              </a:spcBef>
            </a:pPr>
            <a:r>
              <a:rPr lang="en-US"/>
              <a:t>@insight2profit.com</a:t>
            </a:r>
          </a:p>
        </p:txBody>
      </p:sp>
      <p:sp>
        <p:nvSpPr>
          <p:cNvPr id="7" name="Picture Placeholder 23">
            <a:extLst>
              <a:ext uri="{FF2B5EF4-FFF2-40B4-BE49-F238E27FC236}">
                <a16:creationId xmlns:a16="http://schemas.microsoft.com/office/drawing/2014/main" id="{E7F47E50-E8DA-8D56-5B50-28FEA488F8B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149451" y="5070254"/>
            <a:ext cx="1165225" cy="11572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Picture Placeholder 23">
            <a:extLst>
              <a:ext uri="{FF2B5EF4-FFF2-40B4-BE49-F238E27FC236}">
                <a16:creationId xmlns:a16="http://schemas.microsoft.com/office/drawing/2014/main" id="{D6AD4881-1321-4A28-E4F8-70167948740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283775" y="5070253"/>
            <a:ext cx="1165225" cy="11572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Text Placeholder 35">
            <a:extLst>
              <a:ext uri="{FF2B5EF4-FFF2-40B4-BE49-F238E27FC236}">
                <a16:creationId xmlns:a16="http://schemas.microsoft.com/office/drawing/2014/main" id="{658E078F-4BF8-E095-8F5A-D25FB1D9BAE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470869" y="5070254"/>
            <a:ext cx="3838575" cy="1157287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800" b="0" baseline="0" smtClean="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US"/>
            </a:lvl5pPr>
          </a:lstStyle>
          <a:p>
            <a:pPr marL="168275" lvl="0" indent="-168275">
              <a:spcBef>
                <a:spcPct val="0"/>
              </a:spcBef>
            </a:pPr>
            <a:r>
              <a:rPr lang="en-US"/>
              <a:t>Name</a:t>
            </a:r>
          </a:p>
          <a:p>
            <a:pPr marL="168275" lvl="0" indent="-168275">
              <a:spcBef>
                <a:spcPct val="0"/>
              </a:spcBef>
            </a:pPr>
            <a:r>
              <a:rPr lang="en-US"/>
              <a:t>Title</a:t>
            </a:r>
          </a:p>
          <a:p>
            <a:pPr marL="168275" lvl="0" indent="-168275">
              <a:spcBef>
                <a:spcPct val="0"/>
              </a:spcBef>
            </a:pPr>
            <a:r>
              <a:rPr lang="en-US"/>
              <a:t>+1 XXX.XXX.XXXX</a:t>
            </a:r>
          </a:p>
          <a:p>
            <a:pPr marL="168275" lvl="0" indent="-168275">
              <a:spcBef>
                <a:spcPct val="0"/>
              </a:spcBef>
            </a:pPr>
            <a:r>
              <a:rPr lang="en-US"/>
              <a:t>@insight2profit.com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4831B121-F703-8968-00DE-8C40E573C85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333878" y="5070743"/>
            <a:ext cx="3841333" cy="1157287"/>
          </a:xfrm>
        </p:spPr>
        <p:txBody>
          <a:bodyPr/>
          <a:lstStyle>
            <a:lvl1pPr marL="0" indent="0">
              <a:buNone/>
              <a:defRPr lang="en-US" sz="1800" b="0" kern="1200" baseline="0" dirty="0" smtClean="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Name</a:t>
            </a:r>
            <a:br>
              <a:rPr lang="en-US"/>
            </a:br>
            <a:r>
              <a:rPr lang="en-US"/>
              <a:t>Title</a:t>
            </a:r>
            <a:br>
              <a:rPr lang="en-US"/>
            </a:br>
            <a:r>
              <a:rPr lang="en-US"/>
              <a:t>+1 XXX.XXX.XXXX</a:t>
            </a:r>
            <a:br>
              <a:rPr lang="en-US"/>
            </a:br>
            <a:r>
              <a:rPr lang="en-US"/>
              <a:t>@insight2profit.com</a:t>
            </a:r>
          </a:p>
        </p:txBody>
      </p:sp>
      <p:sp>
        <p:nvSpPr>
          <p:cNvPr id="12" name="Picture Placeholder 23">
            <a:extLst>
              <a:ext uri="{FF2B5EF4-FFF2-40B4-BE49-F238E27FC236}">
                <a16:creationId xmlns:a16="http://schemas.microsoft.com/office/drawing/2014/main" id="{5E1383F3-B003-025B-6524-07171AC30A0E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1149451" y="2554077"/>
            <a:ext cx="1165225" cy="11572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11045F2-24E3-E700-F580-77BE04A4D31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333778" y="2554077"/>
            <a:ext cx="3838575" cy="1157288"/>
          </a:xfrm>
        </p:spPr>
        <p:txBody>
          <a:bodyPr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Font typeface="Arial" panose="020B0604020202020204" pitchFamily="34" charset="0"/>
              <a:buNone/>
              <a:defRPr lang="en-US" sz="1800" b="0" kern="1200" baseline="0" dirty="0" smtClean="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  <a:lvl2pPr marL="173038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Font typeface="Arial" panose="020B0604020202020204" pitchFamily="34" charset="0"/>
              <a:buNone/>
              <a:defRPr lang="en-US" sz="1800" b="0" kern="1200" baseline="0" dirty="0" smtClean="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2pPr>
            <a:lvl3pPr marL="398462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Font typeface="Arial" panose="020B0604020202020204" pitchFamily="34" charset="0"/>
              <a:buNone/>
              <a:defRPr lang="en-US" sz="1800" b="0" kern="1200" baseline="0" dirty="0" smtClean="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3pPr>
            <a:lvl4pPr marL="57150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Font typeface="Arial" panose="020B0604020202020204" pitchFamily="34" charset="0"/>
              <a:buNone/>
              <a:defRPr lang="en-US" sz="1800" b="0" kern="1200" baseline="0" dirty="0" smtClean="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4pPr>
            <a:lvl5pPr marL="801688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Font typeface="Arial" panose="020B0604020202020204" pitchFamily="34" charset="0"/>
              <a:buNone/>
              <a:defRPr lang="en-US" sz="1800" b="0" kern="1200" baseline="0" dirty="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5pPr>
          </a:lstStyle>
          <a:p>
            <a:pPr lvl="0"/>
            <a:r>
              <a:rPr lang="en-US"/>
              <a:t>Name</a:t>
            </a:r>
          </a:p>
          <a:p>
            <a:pPr lvl="0"/>
            <a:r>
              <a:rPr lang="en-US"/>
              <a:t>Title</a:t>
            </a:r>
          </a:p>
          <a:p>
            <a:pPr lvl="0"/>
            <a:r>
              <a:rPr lang="en-US"/>
              <a:t>+1 XXX.XXX.XXXX</a:t>
            </a:r>
          </a:p>
          <a:p>
            <a:pPr lvl="0"/>
            <a:r>
              <a:rPr lang="en-US"/>
              <a:t>@insight2profit.com</a:t>
            </a:r>
          </a:p>
        </p:txBody>
      </p:sp>
      <p:sp>
        <p:nvSpPr>
          <p:cNvPr id="18" name="Picture Placeholder 23">
            <a:extLst>
              <a:ext uri="{FF2B5EF4-FFF2-40B4-BE49-F238E27FC236}">
                <a16:creationId xmlns:a16="http://schemas.microsoft.com/office/drawing/2014/main" id="{791D8299-5A60-6D4E-4CA1-973B931F8B86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6283775" y="2554077"/>
            <a:ext cx="1165225" cy="11572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80E63566-8617-A210-937E-7C751B573DE0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470777" y="2554077"/>
            <a:ext cx="3838574" cy="1157092"/>
          </a:xfrm>
        </p:spPr>
        <p:txBody>
          <a:bodyPr>
            <a:normAutofit/>
          </a:bodyPr>
          <a:lstStyle>
            <a:lvl1pPr marL="0" indent="0">
              <a:buNone/>
              <a:defRPr lang="en-US" sz="1800" b="0" kern="1200" baseline="0" dirty="0" smtClean="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68275" lvl="0" indent="-168275" algn="l" defTabSz="914400" rtl="0" eaLnBrk="1" latinLnBrk="0" hangingPunct="1">
              <a:lnSpc>
                <a:spcPct val="90000"/>
              </a:lnSpc>
              <a:spcBef>
                <a:spcPct val="0"/>
              </a:spcBef>
              <a:buClr>
                <a:schemeClr val="accent3"/>
              </a:buClr>
              <a:buFont typeface="Arial" panose="020B0604020202020204" pitchFamily="34" charset="0"/>
              <a:buNone/>
            </a:pPr>
            <a:r>
              <a:rPr lang="en-US"/>
              <a:t>Name</a:t>
            </a:r>
          </a:p>
          <a:p>
            <a:pPr marL="168275" lvl="0" indent="-168275" algn="l" defTabSz="914400" rtl="0" eaLnBrk="1" latinLnBrk="0" hangingPunct="1">
              <a:lnSpc>
                <a:spcPct val="90000"/>
              </a:lnSpc>
              <a:spcBef>
                <a:spcPct val="0"/>
              </a:spcBef>
              <a:buClr>
                <a:schemeClr val="accent3"/>
              </a:buClr>
              <a:buFont typeface="Arial" panose="020B0604020202020204" pitchFamily="34" charset="0"/>
              <a:buNone/>
            </a:pPr>
            <a:r>
              <a:rPr lang="en-US"/>
              <a:t>Title</a:t>
            </a:r>
          </a:p>
          <a:p>
            <a:pPr marL="168275" lvl="0" indent="-168275" algn="l" defTabSz="914400" rtl="0" eaLnBrk="1" latinLnBrk="0" hangingPunct="1">
              <a:lnSpc>
                <a:spcPct val="90000"/>
              </a:lnSpc>
              <a:spcBef>
                <a:spcPct val="0"/>
              </a:spcBef>
              <a:buClr>
                <a:schemeClr val="accent3"/>
              </a:buClr>
              <a:buFont typeface="Arial" panose="020B0604020202020204" pitchFamily="34" charset="0"/>
              <a:buNone/>
            </a:pPr>
            <a:r>
              <a:rPr lang="en-US"/>
              <a:t>+1 XXX.XXX.XXXX</a:t>
            </a:r>
          </a:p>
          <a:p>
            <a:pPr marL="168275" lvl="0" indent="-168275" algn="l" defTabSz="914400" rtl="0" eaLnBrk="1" latinLnBrk="0" hangingPunct="1">
              <a:lnSpc>
                <a:spcPct val="90000"/>
              </a:lnSpc>
              <a:spcBef>
                <a:spcPct val="0"/>
              </a:spcBef>
              <a:buClr>
                <a:schemeClr val="accent3"/>
              </a:buClr>
              <a:buFont typeface="Arial" panose="020B0604020202020204" pitchFamily="34" charset="0"/>
              <a:buNone/>
            </a:pPr>
            <a:r>
              <a:rPr lang="en-US"/>
              <a:t>@insight2profit.com</a:t>
            </a:r>
          </a:p>
        </p:txBody>
      </p:sp>
      <p:pic>
        <p:nvPicPr>
          <p:cNvPr id="3" name="Picture 21">
            <a:extLst>
              <a:ext uri="{FF2B5EF4-FFF2-40B4-BE49-F238E27FC236}">
                <a16:creationId xmlns:a16="http://schemas.microsoft.com/office/drawing/2014/main" id="{F76298DC-50CF-F1D8-10D5-C0F4205BBF6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7140217" y="1459776"/>
            <a:ext cx="540464" cy="54046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941BFBF-9BEE-1E40-81C0-1A89B26133A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570099" y="6222066"/>
            <a:ext cx="2268157" cy="3388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6654231"/>
      </p:ext>
    </p:extLst>
  </p:cSld>
  <p:clrMapOvr>
    <a:masterClrMapping/>
  </p:clrMapOvr>
  <p:hf hdr="0" ftr="0" dt="0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9_Last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0BDEE4C7-9AE5-4C04-E4D1-AA58787CE981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07211417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60" imgH="360" progId="TCLayout.ActiveDocument.1">
                  <p:embed/>
                </p:oleObj>
              </mc:Choice>
              <mc:Fallback>
                <p:oleObj name="think-cell Slide" r:id="rId3" imgW="360" imgH="360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0BDEE4C7-9AE5-4C04-E4D1-AA58787CE98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88445566-DF38-9337-5B49-45A3A7D37CE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1"/>
            <a:ext cx="12192000" cy="6857999"/>
          </a:xfrm>
          <a:prstGeom prst="rect">
            <a:avLst/>
          </a:prstGeom>
        </p:spPr>
      </p:pic>
      <p:pic>
        <p:nvPicPr>
          <p:cNvPr id="7" name="Picture 6" descr="A picture containing screenshot, black, square&#10;&#10;Description automatically generated">
            <a:extLst>
              <a:ext uri="{FF2B5EF4-FFF2-40B4-BE49-F238E27FC236}">
                <a16:creationId xmlns:a16="http://schemas.microsoft.com/office/drawing/2014/main" id="{03CB0D36-E5F4-D6EE-B9B2-39C6FF24EA7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34000" y="0"/>
            <a:ext cx="6858000" cy="6858000"/>
          </a:xfrm>
          <a:prstGeom prst="rect">
            <a:avLst/>
          </a:prstGeom>
        </p:spPr>
      </p:pic>
      <p:pic>
        <p:nvPicPr>
          <p:cNvPr id="8" name="Picture 7">
            <a:hlinkClick r:id="rId7"/>
            <a:extLst>
              <a:ext uri="{FF2B5EF4-FFF2-40B4-BE49-F238E27FC236}">
                <a16:creationId xmlns:a16="http://schemas.microsoft.com/office/drawing/2014/main" id="{43CDF15C-34AB-49BD-7AFB-9F27CAFE066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37688" y="2025458"/>
            <a:ext cx="5715000" cy="85367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C6FC917-3065-0000-DCB0-0BC8AD0AA403}"/>
              </a:ext>
            </a:extLst>
          </p:cNvPr>
          <p:cNvSpPr txBox="1"/>
          <p:nvPr/>
        </p:nvSpPr>
        <p:spPr>
          <a:xfrm>
            <a:off x="7001026" y="6651290"/>
            <a:ext cx="5181600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914400">
              <a:defRPr/>
            </a:pPr>
            <a:r>
              <a:rPr lang="en-US" sz="600">
                <a:solidFill>
                  <a:schemeClr val="bg1"/>
                </a:solidFill>
                <a:latin typeface="Arial"/>
                <a:cs typeface="Arial"/>
              </a:rPr>
              <a:t>© INSIGHT2PROFIT | Content Proprietary &amp; Confidential. </a:t>
            </a:r>
          </a:p>
        </p:txBody>
      </p:sp>
    </p:spTree>
    <p:extLst>
      <p:ext uri="{BB962C8B-B14F-4D97-AF65-F5344CB8AC3E}">
        <p14:creationId xmlns:p14="http://schemas.microsoft.com/office/powerpoint/2010/main" val="3722773661"/>
      </p:ext>
    </p:extLst>
  </p:cSld>
  <p:clrMapOvr>
    <a:masterClrMapping/>
  </p:clrMapOvr>
  <p:hf hdr="0" ftr="0" dt="0"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ontent - No Client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F5B21452-9931-48CD-A9D9-2C40EF93206D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1289983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8" imgW="306" imgH="306" progId="TCLayout.ActiveDocument.1">
                  <p:embed/>
                </p:oleObj>
              </mc:Choice>
              <mc:Fallback>
                <p:oleObj name="think-cell Slide" r:id="rId8" imgW="306" imgH="306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F5B21452-9931-48CD-A9D9-2C40EF93206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FAF933E9-ABEB-41C9-AAF3-01C5D4007816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1289983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8" imgW="306" imgH="306" progId="TCLayout.ActiveDocument.1">
                  <p:embed/>
                </p:oleObj>
              </mc:Choice>
              <mc:Fallback>
                <p:oleObj name="think-cell Slide" r:id="rId8" imgW="306" imgH="306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FAF933E9-ABEB-41C9-AAF3-01C5D400781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9A8E90A1-F986-088E-6747-35064F306B4B}"/>
              </a:ext>
            </a:extLst>
          </p:cNvPr>
          <p:cNvGraphicFramePr>
            <a:graphicFrameLocks noChangeAspect="1"/>
          </p:cNvGraphicFramePr>
          <p:nvPr>
            <p:custDataLst>
              <p:tags r:id="rId3"/>
            </p:custDataLst>
            <p:extLst>
              <p:ext uri="{D42A27DB-BD31-4B8C-83A1-F6EECF244321}">
                <p14:modId xmlns:p14="http://schemas.microsoft.com/office/powerpoint/2010/main" val="11289983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8" imgW="306" imgH="306" progId="TCLayout.ActiveDocument.1">
                  <p:embed/>
                </p:oleObj>
              </mc:Choice>
              <mc:Fallback>
                <p:oleObj name="think-cell Slide" r:id="rId8" imgW="306" imgH="306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9A8E90A1-F986-088E-6747-35064F306B4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74C5C362-86A5-3D8C-16F7-1BB27FC6A5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5978" y="1225484"/>
            <a:ext cx="11050893" cy="49834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 marL="1200150" indent="-230188">
              <a:tabLst>
                <a:tab pos="1201738" algn="l"/>
              </a:tabLst>
              <a:defRPr sz="1600"/>
            </a:lvl6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itle Placeholder 1">
            <a:extLst>
              <a:ext uri="{FF2B5EF4-FFF2-40B4-BE49-F238E27FC236}">
                <a16:creationId xmlns:a16="http://schemas.microsoft.com/office/drawing/2014/main" id="{77FDE2D5-6460-E2BF-5EED-6EE58C4921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979" y="206103"/>
            <a:ext cx="11055096" cy="89774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54E05C0A-C14E-9823-31FB-65CC47C3A67F}"/>
              </a:ext>
            </a:extLst>
          </p:cNvPr>
          <p:cNvCxnSpPr>
            <a:cxnSpLocks/>
          </p:cNvCxnSpPr>
          <p:nvPr/>
        </p:nvCxnSpPr>
        <p:spPr>
          <a:xfrm flipV="1">
            <a:off x="577889" y="1103847"/>
            <a:ext cx="11055096" cy="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D1F453ED-F639-4DFF-09D2-A06357420991}"/>
              </a:ext>
            </a:extLst>
          </p:cNvPr>
          <p:cNvGraphicFramePr>
            <a:graphicFrameLocks noChangeAspect="1"/>
          </p:cNvGraphicFramePr>
          <p:nvPr>
            <p:custDataLst>
              <p:tags r:id="rId4"/>
            </p:custDataLst>
            <p:extLst>
              <p:ext uri="{D42A27DB-BD31-4B8C-83A1-F6EECF244321}">
                <p14:modId xmlns:p14="http://schemas.microsoft.com/office/powerpoint/2010/main" val="11289983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8" imgW="306" imgH="306" progId="TCLayout.ActiveDocument.1">
                  <p:embed/>
                </p:oleObj>
              </mc:Choice>
              <mc:Fallback>
                <p:oleObj name="think-cell Slide" r:id="rId8" imgW="306" imgH="30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D1F453ED-F639-4DFF-09D2-A0635742099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DA40BF9B-4E42-8828-A4A3-37EC4260A821}"/>
              </a:ext>
            </a:extLst>
          </p:cNvPr>
          <p:cNvCxnSpPr>
            <a:cxnSpLocks/>
          </p:cNvCxnSpPr>
          <p:nvPr/>
        </p:nvCxnSpPr>
        <p:spPr>
          <a:xfrm flipV="1">
            <a:off x="577889" y="1103847"/>
            <a:ext cx="11055096" cy="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Object 6" hidden="1">
            <a:extLst>
              <a:ext uri="{FF2B5EF4-FFF2-40B4-BE49-F238E27FC236}">
                <a16:creationId xmlns:a16="http://schemas.microsoft.com/office/drawing/2014/main" id="{BB8D3C2B-B474-1117-A4DA-062BC848EDF7}"/>
              </a:ext>
            </a:extLst>
          </p:cNvPr>
          <p:cNvGraphicFramePr>
            <a:graphicFrameLocks noChangeAspect="1"/>
          </p:cNvGraphicFramePr>
          <p:nvPr>
            <p:custDataLst>
              <p:tags r:id="rId5"/>
            </p:custDataLst>
            <p:extLst>
              <p:ext uri="{D42A27DB-BD31-4B8C-83A1-F6EECF244321}">
                <p14:modId xmlns:p14="http://schemas.microsoft.com/office/powerpoint/2010/main" val="11289983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8" imgW="306" imgH="306" progId="TCLayout.ActiveDocument.1">
                  <p:embed/>
                </p:oleObj>
              </mc:Choice>
              <mc:Fallback>
                <p:oleObj name="think-cell Slide" r:id="rId8" imgW="306" imgH="306" progId="TCLayout.ActiveDocument.1">
                  <p:embed/>
                  <p:pic>
                    <p:nvPicPr>
                      <p:cNvPr id="7" name="Object 6" hidden="1">
                        <a:extLst>
                          <a:ext uri="{FF2B5EF4-FFF2-40B4-BE49-F238E27FC236}">
                            <a16:creationId xmlns:a16="http://schemas.microsoft.com/office/drawing/2014/main" id="{BB8D3C2B-B474-1117-A4DA-062BC848EDF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D605B90-EE15-6A93-933C-99BC2D9D9A70}"/>
              </a:ext>
            </a:extLst>
          </p:cNvPr>
          <p:cNvCxnSpPr>
            <a:cxnSpLocks/>
          </p:cNvCxnSpPr>
          <p:nvPr/>
        </p:nvCxnSpPr>
        <p:spPr>
          <a:xfrm flipV="1">
            <a:off x="577889" y="1103847"/>
            <a:ext cx="11055096" cy="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DBC5D786-B182-3207-F40D-28F0E668370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599267" y="6330598"/>
            <a:ext cx="8720668" cy="527401"/>
          </a:xfrm>
        </p:spPr>
        <p:txBody>
          <a:bodyPr anchor="ctr">
            <a:normAutofit/>
          </a:bodyPr>
          <a:lstStyle>
            <a:lvl1pPr marL="0" indent="0" algn="r">
              <a:spcBef>
                <a:spcPts val="0"/>
              </a:spcBef>
              <a:buNone/>
              <a:defRPr sz="1000"/>
            </a:lvl1pPr>
          </a:lstStyle>
          <a:p>
            <a:pPr lvl="0"/>
            <a:r>
              <a:rPr lang="en-US"/>
              <a:t>SOURCE: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94ADF65C-FDB2-0226-BE1B-5B88C2EF410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0" y="466"/>
            <a:ext cx="12192000" cy="205103"/>
          </a:xfrm>
          <a:noFill/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000" b="0" cap="all" baseline="0">
                <a:solidFill>
                  <a:srgbClr val="666666"/>
                </a:solidFill>
                <a:latin typeface="+mn-lt"/>
              </a:defRPr>
            </a:lvl1pPr>
            <a:lvl2pPr marL="166687" indent="0">
              <a:buFont typeface="Arial" panose="020B0604020202020204" pitchFamily="34" charset="0"/>
              <a:buNone/>
              <a:defRPr/>
            </a:lvl2pPr>
            <a:lvl3pPr marL="347662" indent="0">
              <a:buFont typeface="Arial" panose="020B0604020202020204" pitchFamily="34" charset="0"/>
              <a:buNone/>
              <a:defRPr/>
            </a:lvl3pPr>
            <a:lvl4pPr marL="512762" indent="0">
              <a:buFont typeface="Arial" panose="020B0604020202020204" pitchFamily="34" charset="0"/>
              <a:buNone/>
              <a:defRPr/>
            </a:lvl4pPr>
            <a:lvl5pPr marL="746125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/>
              <a:t>SECTION HEADER</a:t>
            </a:r>
          </a:p>
        </p:txBody>
      </p:sp>
      <p:sp>
        <p:nvSpPr>
          <p:cNvPr id="8" name="Text Placeholder 19">
            <a:extLst>
              <a:ext uri="{FF2B5EF4-FFF2-40B4-BE49-F238E27FC236}">
                <a16:creationId xmlns:a16="http://schemas.microsoft.com/office/drawing/2014/main" id="{8CD3B538-22A2-72A4-711C-A0346111AFF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77889" y="5632516"/>
            <a:ext cx="8720668" cy="698083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1000"/>
            </a:lvl1pPr>
          </a:lstStyle>
          <a:p>
            <a:pPr lvl="0"/>
            <a:r>
              <a:rPr lang="en-US"/>
              <a:t>Footnotes</a:t>
            </a:r>
          </a:p>
        </p:txBody>
      </p:sp>
      <p:graphicFrame>
        <p:nvGraphicFramePr>
          <p:cNvPr id="10" name="Object 9" hidden="1">
            <a:extLst>
              <a:ext uri="{FF2B5EF4-FFF2-40B4-BE49-F238E27FC236}">
                <a16:creationId xmlns:a16="http://schemas.microsoft.com/office/drawing/2014/main" id="{CF6F42E9-3A55-91F9-21AE-844DAEED8817}"/>
              </a:ext>
            </a:extLst>
          </p:cNvPr>
          <p:cNvGraphicFramePr>
            <a:graphicFrameLocks noChangeAspect="1"/>
          </p:cNvGraphicFramePr>
          <p:nvPr>
            <p:custDataLst>
              <p:tags r:id="rId6"/>
            </p:custDataLst>
            <p:extLst>
              <p:ext uri="{D42A27DB-BD31-4B8C-83A1-F6EECF244321}">
                <p14:modId xmlns:p14="http://schemas.microsoft.com/office/powerpoint/2010/main" val="11289983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8" imgW="306" imgH="306" progId="TCLayout.ActiveDocument.1">
                  <p:embed/>
                </p:oleObj>
              </mc:Choice>
              <mc:Fallback>
                <p:oleObj name="think-cell Slide" r:id="rId8" imgW="306" imgH="306" progId="TCLayout.ActiveDocument.1">
                  <p:embed/>
                  <p:pic>
                    <p:nvPicPr>
                      <p:cNvPr id="10" name="Object 9" hidden="1">
                        <a:extLst>
                          <a:ext uri="{FF2B5EF4-FFF2-40B4-BE49-F238E27FC236}">
                            <a16:creationId xmlns:a16="http://schemas.microsoft.com/office/drawing/2014/main" id="{CF6F42E9-3A55-91F9-21AE-844DAEED881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77BE8F7-7DA5-D2C3-12AC-4E6339778810}"/>
              </a:ext>
            </a:extLst>
          </p:cNvPr>
          <p:cNvCxnSpPr>
            <a:cxnSpLocks/>
          </p:cNvCxnSpPr>
          <p:nvPr/>
        </p:nvCxnSpPr>
        <p:spPr>
          <a:xfrm flipV="1">
            <a:off x="577889" y="1103847"/>
            <a:ext cx="11055096" cy="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230775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34" Type="http://schemas.openxmlformats.org/officeDocument/2006/relationships/image" Target="../media/image1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tags" Target="../tags/tag2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image" Target="../media/image2.emf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oleObject" Target="../embeddings/oleObject1.bin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81000" y="206103"/>
            <a:ext cx="11430000" cy="89774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1000" y="1220893"/>
            <a:ext cx="11430000" cy="51056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2" name="Straight Connector 11"/>
          <p:cNvCxnSpPr/>
          <p:nvPr/>
        </p:nvCxnSpPr>
        <p:spPr>
          <a:xfrm>
            <a:off x="587829" y="6326559"/>
            <a:ext cx="1093107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Picture 9">
            <a:extLst>
              <a:ext uri="{FF2B5EF4-FFF2-40B4-BE49-F238E27FC236}">
                <a16:creationId xmlns:a16="http://schemas.microsoft.com/office/drawing/2014/main" id="{D99CADAD-AB70-45AD-A164-B36D2F3372FC}"/>
              </a:ext>
            </a:extLst>
          </p:cNvPr>
          <p:cNvPicPr>
            <a:picLocks noChangeAspect="1"/>
          </p:cNvPicPr>
          <p:nvPr/>
        </p:nvPicPr>
        <p:blipFill>
          <a:blip r:embed="rId3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77889" y="6415356"/>
            <a:ext cx="1760924" cy="263037"/>
          </a:xfrm>
          <a:prstGeom prst="rect">
            <a:avLst/>
          </a:prstGeom>
        </p:spPr>
      </p:pic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0530B224-AB2A-4678-B470-3F54F1090DFD}"/>
              </a:ext>
            </a:extLst>
          </p:cNvPr>
          <p:cNvCxnSpPr/>
          <p:nvPr/>
        </p:nvCxnSpPr>
        <p:spPr>
          <a:xfrm>
            <a:off x="587829" y="6326559"/>
            <a:ext cx="1093107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6" name="Object 15" hidden="1">
            <a:extLst>
              <a:ext uri="{FF2B5EF4-FFF2-40B4-BE49-F238E27FC236}">
                <a16:creationId xmlns:a16="http://schemas.microsoft.com/office/drawing/2014/main" id="{5A01AF40-3A23-4219-9F5B-15DBDE775669}"/>
              </a:ext>
            </a:extLst>
          </p:cNvPr>
          <p:cNvGraphicFramePr>
            <a:graphicFrameLocks/>
          </p:cNvGraphicFramePr>
          <p:nvPr>
            <p:custDataLst>
              <p:tags r:id="rId33"/>
            </p:custDataLst>
            <p:extLst>
              <p:ext uri="{D42A27DB-BD31-4B8C-83A1-F6EECF244321}">
                <p14:modId xmlns:p14="http://schemas.microsoft.com/office/powerpoint/2010/main" val="300041099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5" imgW="395" imgH="394" progId="TCLayout.ActiveDocument.1">
                  <p:embed/>
                </p:oleObj>
              </mc:Choice>
              <mc:Fallback>
                <p:oleObj name="think-cell Slide" r:id="rId35" imgW="395" imgH="394" progId="TCLayout.ActiveDocument.1">
                  <p:embed/>
                  <p:pic>
                    <p:nvPicPr>
                      <p:cNvPr id="16" name="Object 15" hidden="1">
                        <a:extLst>
                          <a:ext uri="{FF2B5EF4-FFF2-40B4-BE49-F238E27FC236}">
                            <a16:creationId xmlns:a16="http://schemas.microsoft.com/office/drawing/2014/main" id="{5A01AF40-3A23-4219-9F5B-15DBDE77566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F2A8609D-E28E-4833-A303-053D1A63756A}"/>
              </a:ext>
            </a:extLst>
          </p:cNvPr>
          <p:cNvCxnSpPr/>
          <p:nvPr/>
        </p:nvCxnSpPr>
        <p:spPr>
          <a:xfrm>
            <a:off x="587829" y="6326559"/>
            <a:ext cx="1093107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1A577C5B-D552-4065-BC05-D497CC4CD394}"/>
              </a:ext>
            </a:extLst>
          </p:cNvPr>
          <p:cNvCxnSpPr>
            <a:cxnSpLocks/>
          </p:cNvCxnSpPr>
          <p:nvPr/>
        </p:nvCxnSpPr>
        <p:spPr>
          <a:xfrm>
            <a:off x="381000" y="6326559"/>
            <a:ext cx="1143000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2EBBA439-04A6-412F-9D7B-14036E3A0528}"/>
              </a:ext>
            </a:extLst>
          </p:cNvPr>
          <p:cNvCxnSpPr>
            <a:cxnSpLocks/>
          </p:cNvCxnSpPr>
          <p:nvPr/>
        </p:nvCxnSpPr>
        <p:spPr>
          <a:xfrm>
            <a:off x="381000" y="1112556"/>
            <a:ext cx="11430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6E943C79-B348-5A00-6F10-3452A55B52A4}"/>
              </a:ext>
            </a:extLst>
          </p:cNvPr>
          <p:cNvSpPr txBox="1">
            <a:spLocks/>
          </p:cNvSpPr>
          <p:nvPr/>
        </p:nvSpPr>
        <p:spPr>
          <a:xfrm>
            <a:off x="11282830" y="6396054"/>
            <a:ext cx="350155" cy="353534"/>
          </a:xfrm>
          <a:prstGeom prst="rect">
            <a:avLst/>
          </a:prstGeom>
        </p:spPr>
        <p:txBody>
          <a:bodyPr vert="horz" lIns="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solidFill>
                  <a:schemeClr val="tx1"/>
                </a:solidFill>
              </a:rPr>
              <a:t>|  </a:t>
            </a:r>
            <a:fld id="{8533668A-08BF-4B44-9469-5988ACF0F61C}" type="slidenum">
              <a:rPr lang="en-US" smtClean="0">
                <a:solidFill>
                  <a:schemeClr val="tx1"/>
                </a:solidFill>
              </a:rPr>
              <a:pPr/>
              <a:t>‹#›</a:t>
            </a:fld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434923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  <p:sldLayoutId id="2147483689" r:id="rId29"/>
    <p:sldLayoutId id="2147483690" r:id="rId30"/>
    <p:sldLayoutId id="2147483691" r:id="rId3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600" kern="1200" baseline="0">
          <a:solidFill>
            <a:srgbClr val="00446A"/>
          </a:solidFill>
          <a:latin typeface="+mj-lt"/>
          <a:ea typeface="+mj-ea"/>
          <a:cs typeface="+mj-cs"/>
        </a:defRPr>
      </a:lvl1pPr>
    </p:titleStyle>
    <p:bodyStyle>
      <a:lvl1pPr marL="168275" indent="-168275" algn="l" defTabSz="914400" rtl="0" eaLnBrk="1" latinLnBrk="0" hangingPunct="1">
        <a:lnSpc>
          <a:spcPct val="100000"/>
        </a:lnSpc>
        <a:spcBef>
          <a:spcPts val="0"/>
        </a:spcBef>
        <a:buClr>
          <a:schemeClr val="accent3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398463" indent="-225425" algn="l" defTabSz="914400" rtl="0" eaLnBrk="1" latinLnBrk="0" hangingPunct="1">
        <a:lnSpc>
          <a:spcPct val="100000"/>
        </a:lnSpc>
        <a:spcBef>
          <a:spcPts val="0"/>
        </a:spcBef>
        <a:buClr>
          <a:schemeClr val="accent3"/>
        </a:buClr>
        <a:buFont typeface="Arial Narrow" panose="020B0606020202030204" pitchFamily="34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571500" indent="-173038" algn="l" defTabSz="914400" rtl="0" eaLnBrk="1" latinLnBrk="0" hangingPunct="1">
        <a:lnSpc>
          <a:spcPct val="100000"/>
        </a:lnSpc>
        <a:spcBef>
          <a:spcPts val="0"/>
        </a:spcBef>
        <a:buClr>
          <a:schemeClr val="accent3"/>
        </a:buClr>
        <a:buFont typeface="Arial" panose="020B0604020202020204" pitchFamily="34" charset="0"/>
        <a:buChar char="•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801688" indent="-230188" algn="l" defTabSz="914400" rtl="0" eaLnBrk="1" latinLnBrk="0" hangingPunct="1">
        <a:lnSpc>
          <a:spcPct val="100000"/>
        </a:lnSpc>
        <a:spcBef>
          <a:spcPts val="0"/>
        </a:spcBef>
        <a:buClr>
          <a:schemeClr val="accent3"/>
        </a:buClr>
        <a:buFont typeface="Arial Narrow" panose="020B0606020202030204" pitchFamily="34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969963" indent="-168275" algn="l" defTabSz="914400" rtl="0" eaLnBrk="1" latinLnBrk="0" hangingPunct="1">
        <a:lnSpc>
          <a:spcPct val="100000"/>
        </a:lnSpc>
        <a:spcBef>
          <a:spcPts val="0"/>
        </a:spcBef>
        <a:buClr>
          <a:schemeClr val="accent3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196975" indent="-225425" algn="l" defTabSz="914400" rtl="0" eaLnBrk="1" latinLnBrk="0" hangingPunct="1">
        <a:lnSpc>
          <a:spcPct val="100000"/>
        </a:lnSpc>
        <a:spcBef>
          <a:spcPts val="0"/>
        </a:spcBef>
        <a:buClr>
          <a:schemeClr val="accent3"/>
        </a:buClr>
        <a:buFont typeface="Arial Narrow" panose="020B0606020202030204" pitchFamily="34" charset="0"/>
        <a:buChar char="–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20">
          <p15:clr>
            <a:srgbClr val="F26B43"/>
          </p15:clr>
        </p15:guide>
        <p15:guide id="2" pos="7440">
          <p15:clr>
            <a:srgbClr val="F26B43"/>
          </p15:clr>
        </p15:guide>
        <p15:guide id="3" orient="horz" pos="3984">
          <p15:clr>
            <a:srgbClr val="F26B43"/>
          </p15:clr>
        </p15:guide>
        <p15:guide id="4" pos="2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201168"/>
            <a:ext cx="11521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446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LOGISTEC Corporation |</a:t>
            </a:r>
            <a:pPr indent="0" marL="0">
              <a:buNone/>
            </a:pPr>
            <a:r>
              <a:rPr lang="en-US" sz="2600" dirty="0">
                <a:solidFill>
                  <a:srgbClr val="00446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 North American marine terminal and environmental services leader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20040" y="731520"/>
            <a:ext cx="11521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607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Company Deep-Dive — FY23 Revenue $711M CAD, 15% EBITDA Margin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05333" y="1533449"/>
            <a:ext cx="1618488" cy="39867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0446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$711M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05333" y="1932127"/>
            <a:ext cx="1618488" cy="149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A607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CAN Revenue (FY23)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2679192" y="1533449"/>
            <a:ext cx="1272845" cy="39867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E5691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15%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2679192" y="1932127"/>
            <a:ext cx="1272845" cy="149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A607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EBITDA Margin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407408" y="1533449"/>
            <a:ext cx="1272845" cy="39867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339966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~18%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4407408" y="1932127"/>
            <a:ext cx="1272845" cy="149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A607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Revenue CAGR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135624" y="1533449"/>
            <a:ext cx="1272845" cy="39867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0446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$1.2B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6135624" y="1932127"/>
            <a:ext cx="1272845" cy="149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A607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CAD Take-Private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05333" y="2280971"/>
            <a:ext cx="3346704" cy="19933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E5691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BUSINESS MODEL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50469" y="2530145"/>
            <a:ext cx="5299862" cy="1594714"/>
          </a:xfrm>
          <a:prstGeom prst="rect">
            <a:avLst/>
          </a:prstGeom>
          <a:solidFill>
            <a:srgbClr val="00446A"/>
          </a:solidFill>
          <a:ln/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96773" y="2639873"/>
            <a:ext cx="500725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Marine Services — 68%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01854" y="3114702"/>
            <a:ext cx="4597091" cy="8374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Cargo handling at 85+ terminals across 62 North American ports</a:t>
            </a:r>
            <a:endParaRPr lang="en-US" sz="1000" dirty="0"/>
          </a:p>
          <a:p>
            <a:pPr algn="l" indent="0" marL="0">
              <a:buNone/>
            </a:pP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30 sites hold Green Marine certification — largest fleet of eco-accredited terminals in NA</a:t>
            </a:r>
            <a:endParaRPr lang="en-US" sz="1000" dirty="0"/>
          </a:p>
          <a:p>
            <a:pPr algn="l" indent="0" marL="0">
              <a:buNone/>
            </a:pP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Expanding to offer turn-key trucking, warehousing, and CFS services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311189" y="2530145"/>
            <a:ext cx="5299862" cy="1594714"/>
          </a:xfrm>
          <a:prstGeom prst="rect">
            <a:avLst/>
          </a:prstGeom>
          <a:solidFill>
            <a:srgbClr val="E56910"/>
          </a:solidFill>
          <a:ln/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457493" y="2639873"/>
            <a:ext cx="500725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Environmental Services — 32%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662574" y="3114702"/>
            <a:ext cx="4597091" cy="8374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Water infrastructure and contamination remediation</a:t>
            </a:r>
            <a:endParaRPr lang="en-US" sz="1000" dirty="0"/>
          </a:p>
          <a:p>
            <a:pPr algn="l" indent="0" marL="0">
              <a:buNone/>
            </a:pP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Patented ALTRA technologies create cross-selling with Marine Services</a:t>
            </a:r>
            <a:endParaRPr lang="en-US" sz="1000" dirty="0"/>
          </a:p>
          <a:p>
            <a:pPr algn="l" indent="0" marL="0">
              <a:buNone/>
            </a:pP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High retention: multi-year construction backlogs and performance bonds for municipal contracts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05333" y="4274363"/>
            <a:ext cx="3346704" cy="19933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E5691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RECENT LEADERSHIP</a:t>
            </a:r>
            <a:endParaRPr lang="en-US" sz="10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50469" y="4523537"/>
          <a:ext cx="9144000" cy="914400"/>
        </p:xfrm>
        <a:graphic>
          <a:graphicData uri="http://schemas.openxmlformats.org/drawingml/2006/table">
            <a:tbl>
              <a:tblPr/>
              <a:tblGrid>
                <a:gridCol w="2765146"/>
                <a:gridCol w="2765146"/>
                <a:gridCol w="2765146"/>
                <a:gridCol w="2765146"/>
              </a:tblGrid>
              <a:tr h="29900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 Narrow" pitchFamily="34" charset="0"/>
                          <a:ea typeface="Arial Narrow" pitchFamily="34" charset="-122"/>
                          <a:cs typeface="Arial Narrow" pitchFamily="34" charset="-120"/>
                        </a:rPr>
                        <a:t>Role</a:t>
                      </a:r>
                      <a:endParaRPr lang="en-US" sz="1100" dirty="0">
                        <a:latin typeface="Arial Narrow" charset="0"/>
                        <a:ea typeface="Arial Narrow" charset="0"/>
                        <a:cs typeface="Arial Narrow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B8C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46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 Narrow" pitchFamily="34" charset="0"/>
                          <a:ea typeface="Arial Narrow" pitchFamily="34" charset="-122"/>
                          <a:cs typeface="Arial Narrow" pitchFamily="34" charset="-120"/>
                        </a:rPr>
                        <a:t>Name</a:t>
                      </a:r>
                      <a:endParaRPr lang="en-US" sz="1100" dirty="0">
                        <a:latin typeface="Arial Narrow" charset="0"/>
                        <a:ea typeface="Arial Narrow" charset="0"/>
                        <a:cs typeface="Arial Narrow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B8C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46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 Narrow" pitchFamily="34" charset="0"/>
                          <a:ea typeface="Arial Narrow" pitchFamily="34" charset="-122"/>
                          <a:cs typeface="Arial Narrow" pitchFamily="34" charset="-120"/>
                        </a:rPr>
                        <a:t>Start Date</a:t>
                      </a:r>
                      <a:endParaRPr lang="en-US" sz="1100" dirty="0">
                        <a:latin typeface="Arial Narrow" charset="0"/>
                        <a:ea typeface="Arial Narrow" charset="0"/>
                        <a:cs typeface="Arial Narrow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B8C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46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 Narrow" pitchFamily="34" charset="0"/>
                          <a:ea typeface="Arial Narrow" pitchFamily="34" charset="-122"/>
                          <a:cs typeface="Arial Narrow" pitchFamily="34" charset="-120"/>
                        </a:rPr>
                        <a:t>Priority</a:t>
                      </a:r>
                      <a:endParaRPr lang="en-US" sz="1100" dirty="0">
                        <a:latin typeface="Arial Narrow" charset="0"/>
                        <a:ea typeface="Arial Narrow" charset="0"/>
                        <a:cs typeface="Arial Narrow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B8C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46A"/>
                    </a:solidFill>
                  </a:tcPr>
                </a:tc>
              </a:tr>
              <a:tr h="29900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5282A"/>
                          </a:solidFill>
                          <a:latin typeface="Arial Narrow" pitchFamily="34" charset="0"/>
                          <a:ea typeface="Arial Narrow" pitchFamily="34" charset="-122"/>
                          <a:cs typeface="Arial Narrow" pitchFamily="34" charset="-120"/>
                        </a:rPr>
                        <a:t>CEO</a:t>
                      </a:r>
                      <a:endParaRPr lang="en-US" sz="1000" dirty="0">
                        <a:latin typeface="Arial Narrow" charset="0"/>
                        <a:ea typeface="Arial Narrow" charset="0"/>
                        <a:cs typeface="Arial Narrow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B8C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5282A"/>
                          </a:solidFill>
                          <a:latin typeface="Arial Narrow" pitchFamily="34" charset="0"/>
                          <a:ea typeface="Arial Narrow" pitchFamily="34" charset="-122"/>
                          <a:cs typeface="Arial Narrow" pitchFamily="34" charset="-120"/>
                        </a:rPr>
                        <a:t>Sean Pierce</a:t>
                      </a:r>
                      <a:endParaRPr lang="en-US" sz="1000" dirty="0">
                        <a:latin typeface="Arial Narrow" charset="0"/>
                        <a:ea typeface="Arial Narrow" charset="0"/>
                        <a:cs typeface="Arial Narrow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B8C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5282A"/>
                          </a:solidFill>
                          <a:latin typeface="Arial Narrow" pitchFamily="34" charset="0"/>
                          <a:ea typeface="Arial Narrow" pitchFamily="34" charset="-122"/>
                          <a:cs typeface="Arial Narrow" pitchFamily="34" charset="-120"/>
                        </a:rPr>
                        <a:t>Jan 2024</a:t>
                      </a:r>
                      <a:endParaRPr lang="en-US" sz="1000" dirty="0">
                        <a:latin typeface="Arial Narrow" charset="0"/>
                        <a:ea typeface="Arial Narrow" charset="0"/>
                        <a:cs typeface="Arial Narrow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B8C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5282A"/>
                          </a:solidFill>
                          <a:latin typeface="Arial Narrow" pitchFamily="34" charset="0"/>
                          <a:ea typeface="Arial Narrow" pitchFamily="34" charset="-122"/>
                          <a:cs typeface="Arial Narrow" pitchFamily="34" charset="-120"/>
                        </a:rPr>
                        <a:t>Growth &amp; international expansion</a:t>
                      </a:r>
                      <a:endParaRPr lang="en-US" sz="1000" dirty="0">
                        <a:latin typeface="Arial Narrow" charset="0"/>
                        <a:ea typeface="Arial Narrow" charset="0"/>
                        <a:cs typeface="Arial Narrow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B8C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900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5282A"/>
                          </a:solidFill>
                          <a:latin typeface="Arial Narrow" pitchFamily="34" charset="0"/>
                          <a:ea typeface="Arial Narrow" pitchFamily="34" charset="-122"/>
                          <a:cs typeface="Arial Narrow" pitchFamily="34" charset="-120"/>
                        </a:rPr>
                        <a:t>CFO</a:t>
                      </a:r>
                      <a:endParaRPr lang="en-US" sz="1000" dirty="0">
                        <a:latin typeface="Arial Narrow" charset="0"/>
                        <a:ea typeface="Arial Narrow" charset="0"/>
                        <a:cs typeface="Arial Narrow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B8C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5282A"/>
                          </a:solidFill>
                          <a:latin typeface="Arial Narrow" pitchFamily="34" charset="0"/>
                          <a:ea typeface="Arial Narrow" pitchFamily="34" charset="-122"/>
                          <a:cs typeface="Arial Narrow" pitchFamily="34" charset="-120"/>
                        </a:rPr>
                        <a:t>Tex Howard</a:t>
                      </a:r>
                      <a:endParaRPr lang="en-US" sz="1000" dirty="0">
                        <a:latin typeface="Arial Narrow" charset="0"/>
                        <a:ea typeface="Arial Narrow" charset="0"/>
                        <a:cs typeface="Arial Narrow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B8C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5282A"/>
                          </a:solidFill>
                          <a:latin typeface="Arial Narrow" pitchFamily="34" charset="0"/>
                          <a:ea typeface="Arial Narrow" pitchFamily="34" charset="-122"/>
                          <a:cs typeface="Arial Narrow" pitchFamily="34" charset="-120"/>
                        </a:rPr>
                        <a:t>Aug 2025</a:t>
                      </a:r>
                      <a:endParaRPr lang="en-US" sz="1000" dirty="0">
                        <a:latin typeface="Arial Narrow" charset="0"/>
                        <a:ea typeface="Arial Narrow" charset="0"/>
                        <a:cs typeface="Arial Narrow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B8C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5282A"/>
                          </a:solidFill>
                          <a:latin typeface="Arial Narrow" pitchFamily="34" charset="0"/>
                          <a:ea typeface="Arial Narrow" pitchFamily="34" charset="-122"/>
                          <a:cs typeface="Arial Narrow" pitchFamily="34" charset="-120"/>
                        </a:rPr>
                        <a:t>Financial strategy</a:t>
                      </a:r>
                      <a:endParaRPr lang="en-US" sz="1000" dirty="0">
                        <a:latin typeface="Arial Narrow" charset="0"/>
                        <a:ea typeface="Arial Narrow" charset="0"/>
                        <a:cs typeface="Arial Narrow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B8C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5"/>
                    </a:solidFill>
                  </a:tcPr>
                </a:tc>
              </a:tr>
              <a:tr h="29900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5282A"/>
                          </a:solidFill>
                          <a:latin typeface="Arial Narrow" pitchFamily="34" charset="0"/>
                          <a:ea typeface="Arial Narrow" pitchFamily="34" charset="-122"/>
                          <a:cs typeface="Arial Narrow" pitchFamily="34" charset="-120"/>
                        </a:rPr>
                        <a:t>CCO</a:t>
                      </a:r>
                      <a:endParaRPr lang="en-US" sz="1000" dirty="0">
                        <a:latin typeface="Arial Narrow" charset="0"/>
                        <a:ea typeface="Arial Narrow" charset="0"/>
                        <a:cs typeface="Arial Narrow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B8C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5282A"/>
                          </a:solidFill>
                          <a:latin typeface="Arial Narrow" pitchFamily="34" charset="0"/>
                          <a:ea typeface="Arial Narrow" pitchFamily="34" charset="-122"/>
                          <a:cs typeface="Arial Narrow" pitchFamily="34" charset="-120"/>
                        </a:rPr>
                        <a:t>Cleidy Liborio Fernandes</a:t>
                      </a:r>
                      <a:endParaRPr lang="en-US" sz="1000" dirty="0">
                        <a:latin typeface="Arial Narrow" charset="0"/>
                        <a:ea typeface="Arial Narrow" charset="0"/>
                        <a:cs typeface="Arial Narrow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B8C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5282A"/>
                          </a:solidFill>
                          <a:latin typeface="Arial Narrow" pitchFamily="34" charset="0"/>
                          <a:ea typeface="Arial Narrow" pitchFamily="34" charset="-122"/>
                          <a:cs typeface="Arial Narrow" pitchFamily="34" charset="-120"/>
                        </a:rPr>
                        <a:t>Oct 2024</a:t>
                      </a:r>
                      <a:endParaRPr lang="en-US" sz="1000" dirty="0">
                        <a:latin typeface="Arial Narrow" charset="0"/>
                        <a:ea typeface="Arial Narrow" charset="0"/>
                        <a:cs typeface="Arial Narrow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B8C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5282A"/>
                          </a:solidFill>
                          <a:latin typeface="Arial Narrow" pitchFamily="34" charset="0"/>
                          <a:ea typeface="Arial Narrow" pitchFamily="34" charset="-122"/>
                          <a:cs typeface="Arial Narrow" pitchFamily="34" charset="-120"/>
                        </a:rPr>
                        <a:t>Commercial acceleration</a:t>
                      </a:r>
                      <a:endParaRPr lang="en-US" sz="1000" dirty="0">
                        <a:latin typeface="Arial Narrow" charset="0"/>
                        <a:ea typeface="Arial Narrow" charset="0"/>
                        <a:cs typeface="Arial Narrow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B8C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900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5282A"/>
                          </a:solidFill>
                          <a:latin typeface="Arial Narrow" pitchFamily="34" charset="0"/>
                          <a:ea typeface="Arial Narrow" pitchFamily="34" charset="-122"/>
                          <a:cs typeface="Arial Narrow" pitchFamily="34" charset="-120"/>
                        </a:rPr>
                        <a:t>COO &amp; CSO</a:t>
                      </a:r>
                      <a:endParaRPr lang="en-US" sz="1000" dirty="0">
                        <a:latin typeface="Arial Narrow" charset="0"/>
                        <a:ea typeface="Arial Narrow" charset="0"/>
                        <a:cs typeface="Arial Narrow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B8C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5282A"/>
                          </a:solidFill>
                          <a:latin typeface="Arial Narrow" pitchFamily="34" charset="0"/>
                          <a:ea typeface="Arial Narrow" pitchFamily="34" charset="-122"/>
                          <a:cs typeface="Arial Narrow" pitchFamily="34" charset="-120"/>
                        </a:rPr>
                        <a:t>Patrick Burgoyne</a:t>
                      </a:r>
                      <a:endParaRPr lang="en-US" sz="1000" dirty="0">
                        <a:latin typeface="Arial Narrow" charset="0"/>
                        <a:ea typeface="Arial Narrow" charset="0"/>
                        <a:cs typeface="Arial Narrow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B8C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5282A"/>
                          </a:solidFill>
                          <a:latin typeface="Arial Narrow" pitchFamily="34" charset="0"/>
                          <a:ea typeface="Arial Narrow" pitchFamily="34" charset="-122"/>
                          <a:cs typeface="Arial Narrow" pitchFamily="34" charset="-120"/>
                        </a:rPr>
                        <a:t>Aug 2024</a:t>
                      </a:r>
                      <a:endParaRPr lang="en-US" sz="1000" dirty="0">
                        <a:latin typeface="Arial Narrow" charset="0"/>
                        <a:ea typeface="Arial Narrow" charset="0"/>
                        <a:cs typeface="Arial Narrow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B8C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5282A"/>
                          </a:solidFill>
                          <a:latin typeface="Arial Narrow" pitchFamily="34" charset="0"/>
                          <a:ea typeface="Arial Narrow" pitchFamily="34" charset="-122"/>
                          <a:cs typeface="Arial Narrow" pitchFamily="34" charset="-120"/>
                        </a:rPr>
                        <a:t>Operations &amp; strategy</a:t>
                      </a:r>
                      <a:endParaRPr lang="en-US" sz="1000" dirty="0">
                        <a:latin typeface="Arial Narrow" charset="0"/>
                        <a:ea typeface="Arial Narrow" charset="0"/>
                        <a:cs typeface="Arial Narrow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B8C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PRESENTATIONDONOTDELETE" val="&lt;?xml version=&quot;1.0&quot; encoding=&quot;UTF-16&quot; standalone=&quot;yes&quot;?&gt;&lt;root reqver=&quot;28224&quot;&gt;&lt;version val=&quot;35834&quot;/&gt;&lt;CPresentation id=&quot;1&quot;&gt;&lt;m_precDefaultNumber&gt;&lt;m_bNumberIsYear val=&quot;1&quot;/&gt;&lt;m_chMinusSymbol&gt;-&lt;/m_chMinusSymbol&gt;&lt;m_chDecimalSymbol17909&gt;.&lt;/m_chDecimalSymbol17909&gt;&lt;m_nGroupingDigits17909 val=&quot;3&quot;/&gt;&lt;m_chGroupingSymbol17909&gt;,&lt;/m_chGroupingSymbol17909&gt;&lt;m_yearfmt&gt;&lt;begin val=&quot;0&quot;/&gt;&lt;end val=&quot;4&quot;/&gt;&lt;/m_yearfmt&gt;&lt;/m_precDefaultNumber&gt;&lt;m_precDefaultPercent&gt;&lt;m_bNumberIsYear val=&quot;1&quot;/&gt;&lt;m_chMinusSymbol&gt;-&lt;/m_chMinusSymbol&gt;&lt;m_nDecimalDigits17909 val=&quot;0&quot;/&gt;&lt;m_chDecimalSymbol17909&gt;.&lt;/m_chDecimalSymbol17909&gt;&lt;m_nGroupingDigits17909 val=&quot;3&quot;/&gt;&lt;m_chGroupingSymbol17909&gt;,&lt;/m_chGroupingSymbol17909&gt;&lt;m_strSuffix17909&gt;%&lt;/m_strSuffix17909&gt;&lt;m_yearfmt&gt;&lt;begin val=&quot;0&quot;/&gt;&lt;end val=&quot;4&quot;/&gt;&lt;/m_yearfmt&gt;&lt;/m_precDefaultPercent&gt;&lt;m_precDefaultDate&gt;&lt;m_bNumberIsYear val=&quot;0&quot;/&gt;&lt;m_strFormatTime&gt;%#m/%#d/%Y&lt;/m_strFormatTime&gt;&lt;m_yearfmt&gt;&lt;begin val=&quot;0&quot;/&gt;&lt;end val=&quot;0&quot;/&gt;&lt;/m_yearfmt&gt;&lt;/m_precDefaultDate&gt;&lt;m_precDefaultDay&gt;&lt;m_yearfmt&gt;&lt;begin val=&quot;0&quot;/&gt;&lt;end val=&quot;4&quot;/&gt;&lt;/m_yearfmt&gt;&lt;/m_precDefaultDay&gt;&lt;m_precDefaultWeek&gt;&lt;m_yearfmt&gt;&lt;begin val=&quot;0&quot;/&gt;&lt;end val=&quot;4&quot;/&gt;&lt;/m_yearfmt&gt;&lt;/m_precDefaultWeek&gt;&lt;m_precDefaultMonth&gt;&lt;m_yearfmt&gt;&lt;begin val=&quot;0&quot;/&gt;&lt;end val=&quot;4&quot;/&gt;&lt;/m_yearfmt&gt;&lt;/m_precDefaultMonth&gt;&lt;m_precDefaultQuarter&gt;&lt;m_yearfmt&gt;&lt;begin val=&quot;0&quot;/&gt;&lt;end val=&quot;4&quot;/&gt;&lt;/m_yearfmt&gt;&lt;/m_precDefaultQuarter&gt;&lt;m_precDefaultYear&gt;&lt;m_yearfmt&gt;&lt;begin val=&quot;0&quot;/&gt;&lt;end val=&quot;4&quot;/&gt;&lt;/m_yearfmt&gt;&lt;/m_precDefaultYear&gt;&lt;m_precDefaultFYDay&gt;&lt;m_yearfmt&gt;&lt;begin val=&quot;0&quot;/&gt;&lt;end val=&quot;4&quot;/&gt;&lt;/m_yearfmt&gt;&lt;/m_precDefaultFYDay&gt;&lt;m_precDefaultFYWeek&gt;&lt;m_yearfmt&gt;&lt;begin val=&quot;0&quot;/&gt;&lt;end val=&quot;4&quot;/&gt;&lt;/m_yearfmt&gt;&lt;/m_precDefaultFYWeek&gt;&lt;m_precDefaultFYMonth&gt;&lt;m_yearfmt&gt;&lt;begin val=&quot;0&quot;/&gt;&lt;end val=&quot;4&quot;/&gt;&lt;/m_yearfmt&gt;&lt;/m_precDefaultFYMonth&gt;&lt;m_precDefaultFYQuarter&gt;&lt;m_yearfmt&gt;&lt;begin val=&quot;0&quot;/&gt;&lt;end val=&quot;4&quot;/&gt;&lt;/m_yearfmt&gt;&lt;/m_precDefaultFYQuarter&gt;&lt;m_precDefaultFYYear&gt;&lt;m_yearfmt&gt;&lt;begin val=&quot;0&quot;/&gt;&lt;end val=&quot;4&quot;/&gt;&lt;/m_yearfmt&gt;&lt;/m_precDefaultFYYear&gt;&lt;m_mruColor&gt;&lt;m_vecMRU length=&quot;4&quot;&gt;&lt;elem m_fUsage=&quot;1.70999999999999996447E+00&quot;&gt;&lt;m_msothmcolidx val=&quot;0&quot;/&gt;&lt;m_rgb r=&quot;37&quot; g=&quot;7D&quot; b=&quot;C2&quot;/&gt;&lt;/elem&gt;&lt;elem m_fUsage=&quot;1.00000000000000000000E+00&quot;&gt;&lt;m_msothmcolidx val=&quot;0&quot;/&gt;&lt;m_rgb r=&quot;F3&quot; g=&quot;9C&quot; b=&quot;07&quot;/&gt;&lt;/elem&gt;&lt;elem m_fUsage=&quot;7.29000000000000092371E-01&quot;&gt;&lt;m_msothmcolidx val=&quot;0&quot;/&gt;&lt;m_rgb r=&quot;F5&quot; g=&quot;A4&quot; b=&quot;6A&quot;/&gt;&lt;/elem&gt;&lt;elem m_fUsage=&quot;6.56100000000000127542E-01&quot;&gt;&lt;m_msothmcolidx val=&quot;0&quot;/&gt;&lt;m_rgb r=&quot;FD&quot; g=&quot;96&quot; b=&quot;58&quot;/&gt;&lt;/elem&gt;&lt;/m_vecMRU&gt;&lt;/m_mruColor&gt;&lt;m_eweekdayFirstOfWeek val=&quot;1&quot;/&gt;&lt;m_eweekdayFirstOfWorkweek val=&quot;2&quot;/&gt;&lt;m_eweekdayFirstOfWeekend val=&quot;7&quot;/&gt;&lt;/CPresentation&gt;&lt;/root&gt;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INSIGHT Theme 082323">
  <a:themeElements>
    <a:clrScheme name="INSIGHT Theme 0832423">
      <a:dk1>
        <a:srgbClr val="25282A"/>
      </a:dk1>
      <a:lt1>
        <a:srgbClr val="FFFFFF"/>
      </a:lt1>
      <a:dk2>
        <a:srgbClr val="051C2C"/>
      </a:dk2>
      <a:lt2>
        <a:srgbClr val="F3F4F4"/>
      </a:lt2>
      <a:accent1>
        <a:srgbClr val="75787B"/>
      </a:accent1>
      <a:accent2>
        <a:srgbClr val="E56910"/>
      </a:accent2>
      <a:accent3>
        <a:srgbClr val="00446A"/>
      </a:accent3>
      <a:accent4>
        <a:srgbClr val="339966"/>
      </a:accent4>
      <a:accent5>
        <a:srgbClr val="CB333B"/>
      </a:accent5>
      <a:accent6>
        <a:srgbClr val="D0D3D4"/>
      </a:accent6>
      <a:hlink>
        <a:srgbClr val="E56910"/>
      </a:hlink>
      <a:folHlink>
        <a:srgbClr val="00BAB3"/>
      </a:folHlink>
    </a:clrScheme>
    <a:fontScheme name="INSIGHT PowePoint 2023">
      <a:majorFont>
        <a:latin typeface="Arial Narrow"/>
        <a:ea typeface=""/>
        <a:cs typeface=""/>
      </a:majorFont>
      <a:minorFont>
        <a:latin typeface="Arial Narrow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SIGHT2PROFIT PowerPoint Template 082423" id="{5AF74E34-FCA6-4030-AD5A-5CFDE0A82380}" vid="{BE7F5FFC-743E-4A8E-A4B0-4455B1CFD95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1161</Words>
  <Application>Microsoft Office PowerPoint</Application>
  <PresentationFormat>Widescreen</PresentationFormat>
  <Paragraphs>156</Paragraphs>
  <Slides>11</Slides>
  <Notes>6</Notes>
  <HiddenSlides>5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20" baseType="lpstr">
      <vt:lpstr>Aptos</vt:lpstr>
      <vt:lpstr>Arial</vt:lpstr>
      <vt:lpstr>Arial Narrow</vt:lpstr>
      <vt:lpstr>Calibri</vt:lpstr>
      <vt:lpstr>Cochocib Script Latin Pro</vt:lpstr>
      <vt:lpstr>Georgia</vt:lpstr>
      <vt:lpstr>Wingdings</vt:lpstr>
      <vt:lpstr>INSIGHT Theme 082323</vt:lpstr>
      <vt:lpstr>think-cell Slide</vt:lpstr>
      <vt:lpstr>100 day Initiative Updates – AI</vt:lpstr>
      <vt:lpstr>100 Day Internal AI Check-in Topics</vt:lpstr>
      <vt:lpstr>Internal AI – Tooling | Accelerating Internal AI Tooling Through Partner Support</vt:lpstr>
      <vt:lpstr>Internal AI – Learning &amp; Adoption | Driving AI Adoption Across Core Workflows</vt:lpstr>
      <vt:lpstr>Internal AI – AskINSIGHT | Usage Shifting, Rethinking How We Measure</vt:lpstr>
      <vt:lpstr>Internal AI – Tooling | Accelerating Internal AI Tooling Through Partner Support</vt:lpstr>
      <vt:lpstr>Internal AI – Learning &amp; Adoption | Driving AI Adoption Across Core Workflows</vt:lpstr>
      <vt:lpstr>Internal AI – AskINSIGHT | XXX</vt:lpstr>
      <vt:lpstr>Internal AI – Tooling | Accelerating Internal AI Tooling Through Partner Support</vt:lpstr>
      <vt:lpstr>Internal AI – Tooling | Driving AI Adoption Across Core Workflows</vt:lpstr>
      <vt:lpstr>Internal AI – Tooling | Driving AI Adoption Across Core Workflows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Will Hayes</dc:creator>
  <cp:lastModifiedBy>Will Hayes</cp:lastModifiedBy>
  <cp:revision>1</cp:revision>
  <cp:lastPrinted>2025-11-12T18:44:47Z</cp:lastPrinted>
  <dcterms:created xsi:type="dcterms:W3CDTF">2025-09-05T20:16:16Z</dcterms:created>
  <dcterms:modified xsi:type="dcterms:W3CDTF">2026-06-22T20:20:43Z</dcterms:modified>
</cp:coreProperties>
</file>