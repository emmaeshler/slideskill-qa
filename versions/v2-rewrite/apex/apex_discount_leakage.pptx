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Discount Leakage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Inconsistent discounting erodes margin across the customer portfolio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Apex Components — Customer Discount &amp; Margin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433779"/>
            <a:ext cx="1272845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pts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1433779"/>
            <a:ext cx="5650992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discount gap — mid-tier accounts priced below strategic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0469" y="1932127"/>
            <a:ext cx="5299862" cy="1096366"/>
          </a:xfrm>
          <a:prstGeom prst="roundRect">
            <a:avLst>
              <a:gd name="adj" fmla="val 8340"/>
            </a:avLst>
          </a:prstGeom>
          <a:solidFill>
            <a:srgbClr val="00446A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0469" y="1932127"/>
            <a:ext cx="172822" cy="109636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981962"/>
            <a:ext cx="461406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"Sales reps often discount to close deals quickly, even when customers have limited alternatives."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Sales 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11189" y="1932127"/>
            <a:ext cx="5299862" cy="1096366"/>
          </a:xfrm>
          <a:prstGeom prst="rect">
            <a:avLst/>
          </a:prstGeom>
          <a:solidFill>
            <a:srgbClr val="FCF0E7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11189" y="1932127"/>
            <a:ext cx="5299862" cy="7315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1" name="Text 9"/>
          <p:cNvSpPr/>
          <p:nvPr/>
        </p:nvSpPr>
        <p:spPr>
          <a:xfrm>
            <a:off x="6712647" y="2110582"/>
            <a:ext cx="4496946" cy="739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"Approval thresholds exist, but exceptions are common and not always documented."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Finance Director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9" y="3227832"/>
          <a:ext cx="914400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1843430"/>
                <a:gridCol w="1843430"/>
                <a:gridCol w="1843430"/>
                <a:gridCol w="1843430"/>
                <a:gridCol w="1843430"/>
              </a:tblGrid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Customer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Revenue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List Price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Realized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Discount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Margin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</a:tr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Northstar Manufacturing Group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$82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18%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41%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Oak Street Industrial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$76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24%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34%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Pioneer Process Solutions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$88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12%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46%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05333" y="5221224"/>
            <a:ext cx="10950854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Key pattern: Oak Street ($8M) receives the deepest discounts at 24% — 6 pts above the largest account.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Pioneer ($1M) is priced tighter than the strategic account. The inversion signals ad-hoc negotiation, not strategy.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0469" y="5669737"/>
            <a:ext cx="11060582" cy="398678"/>
          </a:xfrm>
          <a:prstGeom prst="roundRect">
            <a:avLst>
              <a:gd name="adj" fmla="val 22936"/>
            </a:avLst>
          </a:prstGeom>
          <a:solidFill>
            <a:srgbClr val="E56910">
              <a:alpha val="9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1909" y="5669737"/>
            <a:ext cx="10877702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Volume is growing but revenue is flat — discount exceptions without controls are giving away the gains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