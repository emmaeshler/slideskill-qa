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Merchandiser vs. ISB Cost Comparison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Investment and servicing economics for ice equipment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Reddy Ice — Cost Structure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0469" y="1433779"/>
            <a:ext cx="5299862" cy="2192731"/>
          </a:xfrm>
          <a:prstGeom prst="rect">
            <a:avLst/>
          </a:prstGeom>
          <a:solidFill>
            <a:srgbClr val="E6ECF0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0469" y="1433779"/>
            <a:ext cx="5299862" cy="73152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6" name="Text 4"/>
          <p:cNvSpPr/>
          <p:nvPr/>
        </p:nvSpPr>
        <p:spPr>
          <a:xfrm>
            <a:off x="696773" y="1543507"/>
            <a:ext cx="50072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Merchandiser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1854" y="2030297"/>
            <a:ext cx="1893174" cy="207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Higher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01854" y="2237427"/>
            <a:ext cx="2393899" cy="88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upfront cost per unit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1854" y="2444557"/>
            <a:ext cx="4597091" cy="71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Larger floor space — limits placement to back-of-store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Higher volume per unit — fewer machines for same output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Complex servicing — specialist technicians, longer calls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1854" y="3213897"/>
            <a:ext cx="4597091" cy="147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Best for: high-volume locations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11189" y="1433779"/>
            <a:ext cx="5299862" cy="2192731"/>
          </a:xfrm>
          <a:prstGeom prst="rect">
            <a:avLst/>
          </a:prstGeom>
          <a:solidFill>
            <a:srgbClr val="FCF0E7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11189" y="1433779"/>
            <a:ext cx="5299862" cy="7315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3" name="Text 11"/>
          <p:cNvSpPr/>
          <p:nvPr/>
        </p:nvSpPr>
        <p:spPr>
          <a:xfrm>
            <a:off x="6457493" y="1543507"/>
            <a:ext cx="50072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ISB (In-Store Bin)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62574" y="2030297"/>
            <a:ext cx="1893174" cy="207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Lower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62574" y="2237427"/>
            <a:ext cx="2393899" cy="88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upfront cost per unit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62574" y="2444557"/>
            <a:ext cx="4597091" cy="71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Smaller footprint — flexible placement near checkout or aisle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Lower capacity — needs more units to match merchandiser output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Simple servicing — general maintenance, shorter calls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62574" y="3213897"/>
            <a:ext cx="4597091" cy="147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Best for: convenience / small format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5333" y="3726180"/>
            <a:ext cx="4498848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Side-by-Side Comparison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9" y="3975354"/>
          <a:ext cx="9144000" cy="914400"/>
        </p:xfrm>
        <a:graphic>
          <a:graphicData uri="http://schemas.openxmlformats.org/drawingml/2006/table">
            <a:tbl>
              <a:tblPr/>
              <a:tblGrid>
                <a:gridCol w="3686861"/>
                <a:gridCol w="3686861"/>
                <a:gridCol w="3686861"/>
              </a:tblGrid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Factor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Merchandiser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ISB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Initial investment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Higher per unit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Lower per unit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Floor space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Large — back of store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Small — flexible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Volume per unit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High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Low (more units needed)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Service model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Specialist techs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General maintenance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50469" y="5570068"/>
            <a:ext cx="11060582" cy="498348"/>
          </a:xfrm>
          <a:prstGeom prst="roundRect">
            <a:avLst>
              <a:gd name="adj" fmla="val 18349"/>
            </a:avLst>
          </a:prstGeom>
          <a:solidFill>
            <a:srgbClr val="E56910">
              <a:alpha val="9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41909" y="5570068"/>
            <a:ext cx="10877702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right deployment mix is a volume-per-location decision — high-volume sites warrant merchandisers; small-format stores favor ISBs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