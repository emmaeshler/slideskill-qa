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s1-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s1-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s1-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1-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FY25</c:v>
                </c:pt>
              </c:strCache>
            </c:strRef>
          </c:tx>
          <c:spPr>
            <a:solidFill>
              <a:srgbClr val="7A95A5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Northeast</c:v>
                  </c:pt>
                  <c:pt idx="1">
                    <c:v>West</c:v>
                  </c:pt>
                  <c:pt idx="2">
                    <c:v>Southeast</c:v>
                  </c:pt>
                  <c:pt idx="3">
                    <c:v>Midwest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11.6</c:v>
                </c:pt>
                <c:pt idx="1">
                  <c:v>10.9</c:v>
                </c:pt>
                <c:pt idx="2">
                  <c:v>9.7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FY26</c:v>
                </c:pt>
              </c:strCache>
            </c:strRef>
          </c:tx>
          <c:spPr>
            <a:solidFill>
              <a:srgbClr val="00446A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Northeast</c:v>
                  </c:pt>
                  <c:pt idx="1">
                    <c:v>West</c:v>
                  </c:pt>
                  <c:pt idx="2">
                    <c:v>Southeast</c:v>
                  </c:pt>
                  <c:pt idx="3">
                    <c:v>Midwest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14.2</c:v>
                </c:pt>
                <c:pt idx="1">
                  <c:v>11.8</c:v>
                </c:pt>
                <c:pt idx="2">
                  <c:v>9.4</c:v>
                </c:pt>
                <c:pt idx="3">
                  <c:v>7.1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75787B"/>
                  </a:solidFill>
                  <a:latin typeface="Arial Narro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8cb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5282A"/>
              </a:solidFill>
              <a:latin typeface="Arial Narrow"/>
              <a:cs typeface="Arial Narrow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chart" Target="/ppt/charts/s1-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Q2 FY26 Regional Sales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Northeast surge masks softening in two regions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DataStream Analytics — Quarterly Revenue by Region ($M)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433779"/>
            <a:ext cx="1618488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$42.5M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5333" y="1782623"/>
            <a:ext cx="1964131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Q2 Revenue (+6% YoY)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54757" y="1483614"/>
            <a:ext cx="46086" cy="348844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Text 5"/>
          <p:cNvSpPr/>
          <p:nvPr/>
        </p:nvSpPr>
        <p:spPr>
          <a:xfrm>
            <a:off x="3140050" y="1483614"/>
            <a:ext cx="4498848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region is driving all the growth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50469" y="2131466"/>
          <a:ext cx="6336792" cy="27409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232904" y="2131466"/>
            <a:ext cx="4378147" cy="1196035"/>
          </a:xfrm>
          <a:prstGeom prst="rect">
            <a:avLst/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79208" y="2241194"/>
            <a:ext cx="40855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Northeast +22%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97494" y="2708050"/>
            <a:ext cx="3648968" cy="444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Three enterprise deals closed in April — two net-new logos, one upsell. Pipeline was built over 9 months; execution, not a windfall.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32904" y="3477006"/>
            <a:ext cx="4378147" cy="1395374"/>
          </a:xfrm>
          <a:prstGeom prst="rect">
            <a:avLst/>
          </a:prstGeom>
          <a:solidFill>
            <a:srgbClr val="FCF0E7"/>
          </a:solidFill>
          <a:ln w="9525">
            <a:solidFill>
              <a:srgbClr val="B8C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232904" y="3477006"/>
            <a:ext cx="4378147" cy="7315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4" name="Text 11"/>
          <p:cNvSpPr/>
          <p:nvPr/>
        </p:nvSpPr>
        <p:spPr>
          <a:xfrm>
            <a:off x="7379208" y="3586734"/>
            <a:ext cx="40855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Midwest −11%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97494" y="4057577"/>
            <a:ext cx="3648968" cy="627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Lost Prism Industries ($1.4M) and Horizon Mfg ($0.9M) — both cited competitor bundling.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Pipeline is thin: $2.1M weighted vs $4.8M same time last year.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5333" y="5021885"/>
            <a:ext cx="1095085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West +8% ($11.8M) — steady    |    Southeast −3% ($9.4M) — flat, not alarming    |    Midwest pipeline at $2.1M vs $4.8M prior year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0469" y="5320894"/>
            <a:ext cx="11060582" cy="747522"/>
          </a:xfrm>
          <a:prstGeom prst="roundRect">
            <a:avLst>
              <a:gd name="adj" fmla="val 12232"/>
            </a:avLst>
          </a:prstGeom>
          <a:solidFill>
            <a:srgbClr val="00446A">
              <a:alpha val="8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35762" y="5370728"/>
            <a:ext cx="10489997" cy="249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Concentration risk: Northeast is 33% of revenue and 37% of pipeline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5762" y="5669737"/>
            <a:ext cx="10489997" cy="249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If those enterprise renewals slip, the +6% headline disappears. Midwest needs a pipeline rebuild before Q4.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